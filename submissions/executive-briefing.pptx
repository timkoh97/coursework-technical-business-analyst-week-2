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5" r:id="rId4"/>
    <p:sldMasterId id="214748370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Figtree"/>
      <p:regular r:id="rId15"/>
      <p:bold r:id="rId16"/>
      <p:italic r:id="rId17"/>
      <p:boldItalic r:id="rId18"/>
    </p:embeddedFont>
    <p:embeddedFont>
      <p:font typeface="Jost Light"/>
      <p:regular r:id="rId19"/>
      <p:bold r:id="rId20"/>
      <p:italic r:id="rId21"/>
      <p:boldItalic r:id="rId22"/>
    </p:embeddedFont>
    <p:embeddedFont>
      <p:font typeface="Figtree Medium"/>
      <p:regular r:id="rId23"/>
      <p:bold r:id="rId24"/>
      <p:italic r:id="rId25"/>
      <p:boldItalic r:id="rId26"/>
    </p:embeddedFont>
    <p:embeddedFont>
      <p:font typeface="Figtree ExtraBold"/>
      <p:bold r:id="rId27"/>
      <p:boldItalic r:id="rId28"/>
    </p:embeddedFont>
    <p:embeddedFont>
      <p:font typeface="Figtree Light"/>
      <p:regular r:id="rId29"/>
      <p:bold r:id="rId30"/>
      <p:italic r:id="rId31"/>
      <p:boldItalic r:id="rId32"/>
    </p:embeddedFont>
    <p:embeddedFont>
      <p:font typeface="Jost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ostLight-bold.fntdata"/><Relationship Id="rId22" Type="http://schemas.openxmlformats.org/officeDocument/2006/relationships/font" Target="fonts/JostLight-boldItalic.fntdata"/><Relationship Id="rId21" Type="http://schemas.openxmlformats.org/officeDocument/2006/relationships/font" Target="fonts/JostLight-italic.fntdata"/><Relationship Id="rId24" Type="http://schemas.openxmlformats.org/officeDocument/2006/relationships/font" Target="fonts/FigtreeMedium-bold.fntdata"/><Relationship Id="rId23" Type="http://schemas.openxmlformats.org/officeDocument/2006/relationships/font" Target="fonts/FigtreeMedium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FigtreeMedium-boldItalic.fntdata"/><Relationship Id="rId25" Type="http://schemas.openxmlformats.org/officeDocument/2006/relationships/font" Target="fonts/FigtreeMedium-italic.fntdata"/><Relationship Id="rId28" Type="http://schemas.openxmlformats.org/officeDocument/2006/relationships/font" Target="fonts/FigtreeExtraBold-boldItalic.fntdata"/><Relationship Id="rId27" Type="http://schemas.openxmlformats.org/officeDocument/2006/relationships/font" Target="fonts/FigtreeExtraBold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FigtreeLight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FigtreeLight-italic.fntdata"/><Relationship Id="rId30" Type="http://schemas.openxmlformats.org/officeDocument/2006/relationships/font" Target="fonts/FigtreeLight-bold.fntdata"/><Relationship Id="rId11" Type="http://schemas.openxmlformats.org/officeDocument/2006/relationships/slide" Target="slides/slide5.xml"/><Relationship Id="rId33" Type="http://schemas.openxmlformats.org/officeDocument/2006/relationships/font" Target="fonts/Jost-regular.fntdata"/><Relationship Id="rId10" Type="http://schemas.openxmlformats.org/officeDocument/2006/relationships/slide" Target="slides/slide4.xml"/><Relationship Id="rId32" Type="http://schemas.openxmlformats.org/officeDocument/2006/relationships/font" Target="fonts/FigtreeLight-boldItalic.fntdata"/><Relationship Id="rId13" Type="http://schemas.openxmlformats.org/officeDocument/2006/relationships/slide" Target="slides/slide7.xml"/><Relationship Id="rId35" Type="http://schemas.openxmlformats.org/officeDocument/2006/relationships/font" Target="fonts/Jost-italic.fntdata"/><Relationship Id="rId12" Type="http://schemas.openxmlformats.org/officeDocument/2006/relationships/slide" Target="slides/slide6.xml"/><Relationship Id="rId34" Type="http://schemas.openxmlformats.org/officeDocument/2006/relationships/font" Target="fonts/Jost-bold.fntdata"/><Relationship Id="rId15" Type="http://schemas.openxmlformats.org/officeDocument/2006/relationships/font" Target="fonts/Figtree-regular.fntdata"/><Relationship Id="rId14" Type="http://schemas.openxmlformats.org/officeDocument/2006/relationships/slide" Target="slides/slide8.xml"/><Relationship Id="rId36" Type="http://schemas.openxmlformats.org/officeDocument/2006/relationships/font" Target="fonts/Jost-boldItalic.fntdata"/><Relationship Id="rId17" Type="http://schemas.openxmlformats.org/officeDocument/2006/relationships/font" Target="fonts/Figtree-italic.fntdata"/><Relationship Id="rId16" Type="http://schemas.openxmlformats.org/officeDocument/2006/relationships/font" Target="fonts/Figtree-bold.fntdata"/><Relationship Id="rId19" Type="http://schemas.openxmlformats.org/officeDocument/2006/relationships/font" Target="fonts/JostLight-regular.fntdata"/><Relationship Id="rId18" Type="http://schemas.openxmlformats.org/officeDocument/2006/relationships/font" Target="fonts/Figtree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d6f13ef8a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3d6f13ef8a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d6f13ef8a2_0_4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d6f13ef8a2_0_4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d6f13ef8a2_0_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g3d6f13ef8a2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d6f13ef8a2_0_4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d6f13ef8a2_0_4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d6f13ef8a2_0_5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d6f13ef8a2_0_5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d6f13ef8a2_0_5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d6f13ef8a2_0_5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d6f13ef8a2_0_6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3d6f13ef8a2_0_6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d6f13ef8a2_0_6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3d6f13ef8a2_0_6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- Alt 1">
  <p:cSld name="CUSTOM_7_1_1_1_1_1_1_1_1_1_1_1_1_1_1_1_1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228225" y="1298200"/>
            <a:ext cx="2712000" cy="174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228225" y="4579187"/>
            <a:ext cx="7310400" cy="40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Figtree Light"/>
              <a:buNone/>
              <a:defRPr sz="800"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2" type="subTitle"/>
          </p:nvPr>
        </p:nvSpPr>
        <p:spPr>
          <a:xfrm>
            <a:off x="228225" y="2260925"/>
            <a:ext cx="5340300" cy="267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3" type="title"/>
          </p:nvPr>
        </p:nvSpPr>
        <p:spPr>
          <a:xfrm>
            <a:off x="189618" y="1545733"/>
            <a:ext cx="8278500" cy="1444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1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/>
          <p:nvPr/>
        </p:nvSpPr>
        <p:spPr>
          <a:xfrm>
            <a:off x="0" y="0"/>
            <a:ext cx="2406900" cy="240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7172525" y="0"/>
            <a:ext cx="1971600" cy="51435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3809850" y="12695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2" type="title"/>
          </p:nvPr>
        </p:nvSpPr>
        <p:spPr>
          <a:xfrm>
            <a:off x="3154650" y="3495050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6" name="Google Shape;66;p15"/>
          <p:cNvSpPr txBox="1"/>
          <p:nvPr>
            <p:ph idx="3"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7" name="Google Shape;67;p15"/>
          <p:cNvSpPr txBox="1"/>
          <p:nvPr>
            <p:ph idx="4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7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8" name="Google Shape;68;p15"/>
          <p:cNvSpPr txBox="1"/>
          <p:nvPr>
            <p:ph idx="5" type="title"/>
          </p:nvPr>
        </p:nvSpPr>
        <p:spPr>
          <a:xfrm>
            <a:off x="3809850" y="17146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9" name="Google Shape;69;p15"/>
          <p:cNvSpPr txBox="1"/>
          <p:nvPr>
            <p:ph idx="6" type="title"/>
          </p:nvPr>
        </p:nvSpPr>
        <p:spPr>
          <a:xfrm>
            <a:off x="3809850" y="21597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0" name="Google Shape;70;p15"/>
          <p:cNvSpPr txBox="1"/>
          <p:nvPr>
            <p:ph idx="7" type="title"/>
          </p:nvPr>
        </p:nvSpPr>
        <p:spPr>
          <a:xfrm>
            <a:off x="3809850" y="2593988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1" name="Google Shape;71;p15"/>
          <p:cNvSpPr txBox="1"/>
          <p:nvPr>
            <p:ph idx="8" type="title"/>
          </p:nvPr>
        </p:nvSpPr>
        <p:spPr>
          <a:xfrm>
            <a:off x="3809850" y="3036613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9" type="title"/>
          </p:nvPr>
        </p:nvSpPr>
        <p:spPr>
          <a:xfrm>
            <a:off x="3809850" y="3479238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3" type="title"/>
          </p:nvPr>
        </p:nvSpPr>
        <p:spPr>
          <a:xfrm>
            <a:off x="3154650" y="3049925"/>
            <a:ext cx="592800" cy="3681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14" type="title"/>
          </p:nvPr>
        </p:nvSpPr>
        <p:spPr>
          <a:xfrm>
            <a:off x="3154650" y="2604813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5" name="Google Shape;75;p15"/>
          <p:cNvSpPr txBox="1"/>
          <p:nvPr>
            <p:ph idx="15" type="title"/>
          </p:nvPr>
        </p:nvSpPr>
        <p:spPr>
          <a:xfrm>
            <a:off x="3154650" y="2159700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6" name="Google Shape;76;p15"/>
          <p:cNvSpPr txBox="1"/>
          <p:nvPr>
            <p:ph idx="16" type="title"/>
          </p:nvPr>
        </p:nvSpPr>
        <p:spPr>
          <a:xfrm>
            <a:off x="3154650" y="1714588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7" name="Google Shape;77;p15"/>
          <p:cNvSpPr txBox="1"/>
          <p:nvPr>
            <p:ph idx="17" type="title"/>
          </p:nvPr>
        </p:nvSpPr>
        <p:spPr>
          <a:xfrm>
            <a:off x="3154650" y="1269488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8" name="Google Shape;78;p15"/>
          <p:cNvSpPr txBox="1"/>
          <p:nvPr>
            <p:ph idx="18" type="title"/>
          </p:nvPr>
        </p:nvSpPr>
        <p:spPr>
          <a:xfrm>
            <a:off x="228600" y="457200"/>
            <a:ext cx="5762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- Alt 1">
  <p:cSld name="CUSTOM_2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>
            <p:ph idx="2" type="pic"/>
          </p:nvPr>
        </p:nvSpPr>
        <p:spPr>
          <a:xfrm>
            <a:off x="0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6"/>
          <p:cNvSpPr/>
          <p:nvPr>
            <p:ph idx="3" type="pic"/>
          </p:nvPr>
        </p:nvSpPr>
        <p:spPr>
          <a:xfrm>
            <a:off x="3044117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82" name="Google Shape;82;p16"/>
          <p:cNvSpPr/>
          <p:nvPr>
            <p:ph idx="4" type="pic"/>
          </p:nvPr>
        </p:nvSpPr>
        <p:spPr>
          <a:xfrm>
            <a:off x="6088233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16"/>
          <p:cNvSpPr txBox="1"/>
          <p:nvPr>
            <p:ph type="title"/>
          </p:nvPr>
        </p:nvSpPr>
        <p:spPr>
          <a:xfrm>
            <a:off x="228675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4" name="Google Shape;84;p16"/>
          <p:cNvSpPr txBox="1"/>
          <p:nvPr>
            <p:ph idx="5" type="title"/>
          </p:nvPr>
        </p:nvSpPr>
        <p:spPr>
          <a:xfrm>
            <a:off x="228675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228675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86" name="Google Shape;86;p16"/>
          <p:cNvSpPr txBox="1"/>
          <p:nvPr>
            <p:ph idx="6" type="title"/>
          </p:nvPr>
        </p:nvSpPr>
        <p:spPr>
          <a:xfrm>
            <a:off x="3235367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7" name="Google Shape;87;p16"/>
          <p:cNvSpPr txBox="1"/>
          <p:nvPr>
            <p:ph idx="7" type="title"/>
          </p:nvPr>
        </p:nvSpPr>
        <p:spPr>
          <a:xfrm>
            <a:off x="3235367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8" name="Google Shape;88;p16"/>
          <p:cNvSpPr txBox="1"/>
          <p:nvPr>
            <p:ph idx="8" type="body"/>
          </p:nvPr>
        </p:nvSpPr>
        <p:spPr>
          <a:xfrm>
            <a:off x="3241214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89" name="Google Shape;89;p16"/>
          <p:cNvSpPr txBox="1"/>
          <p:nvPr>
            <p:ph idx="9" type="title"/>
          </p:nvPr>
        </p:nvSpPr>
        <p:spPr>
          <a:xfrm>
            <a:off x="6279483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0" name="Google Shape;90;p16"/>
          <p:cNvSpPr txBox="1"/>
          <p:nvPr>
            <p:ph idx="13" type="title"/>
          </p:nvPr>
        </p:nvSpPr>
        <p:spPr>
          <a:xfrm>
            <a:off x="6279483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1" name="Google Shape;91;p16"/>
          <p:cNvSpPr txBox="1"/>
          <p:nvPr>
            <p:ph idx="14" type="body"/>
          </p:nvPr>
        </p:nvSpPr>
        <p:spPr>
          <a:xfrm>
            <a:off x="6285328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- Alt 2">
  <p:cSld name="CUSTOM_1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/>
          <p:nvPr/>
        </p:nvSpPr>
        <p:spPr>
          <a:xfrm rot="-2700000">
            <a:off x="1338758" y="-3230594"/>
            <a:ext cx="6464087" cy="6464087"/>
          </a:xfrm>
          <a:prstGeom prst="rtTriangle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3" type="title"/>
          </p:nvPr>
        </p:nvSpPr>
        <p:spPr>
          <a:xfrm>
            <a:off x="228600" y="457200"/>
            <a:ext cx="62823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idx="4" type="title"/>
          </p:nvPr>
        </p:nvSpPr>
        <p:spPr>
          <a:xfrm>
            <a:off x="339875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8" name="Google Shape;98;p17"/>
          <p:cNvSpPr txBox="1"/>
          <p:nvPr>
            <p:ph idx="5" type="title"/>
          </p:nvPr>
        </p:nvSpPr>
        <p:spPr>
          <a:xfrm>
            <a:off x="339875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99" name="Google Shape;99;p17"/>
          <p:cNvSpPr txBox="1"/>
          <p:nvPr>
            <p:ph idx="6" type="title"/>
          </p:nvPr>
        </p:nvSpPr>
        <p:spPr>
          <a:xfrm>
            <a:off x="1807977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0" name="Google Shape;100;p17"/>
          <p:cNvSpPr txBox="1"/>
          <p:nvPr>
            <p:ph idx="7" type="title"/>
          </p:nvPr>
        </p:nvSpPr>
        <p:spPr>
          <a:xfrm>
            <a:off x="1807977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1" name="Google Shape;101;p17"/>
          <p:cNvSpPr txBox="1"/>
          <p:nvPr>
            <p:ph idx="8" type="title"/>
          </p:nvPr>
        </p:nvSpPr>
        <p:spPr>
          <a:xfrm>
            <a:off x="3275545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2" name="Google Shape;102;p17"/>
          <p:cNvSpPr txBox="1"/>
          <p:nvPr>
            <p:ph idx="9" type="title"/>
          </p:nvPr>
        </p:nvSpPr>
        <p:spPr>
          <a:xfrm>
            <a:off x="3275545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3" name="Google Shape;103;p17"/>
          <p:cNvSpPr txBox="1"/>
          <p:nvPr>
            <p:ph idx="13" type="title"/>
          </p:nvPr>
        </p:nvSpPr>
        <p:spPr>
          <a:xfrm>
            <a:off x="4743373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4" name="Google Shape;104;p17"/>
          <p:cNvSpPr txBox="1"/>
          <p:nvPr>
            <p:ph idx="14" type="title"/>
          </p:nvPr>
        </p:nvSpPr>
        <p:spPr>
          <a:xfrm>
            <a:off x="4743373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5" name="Google Shape;105;p17"/>
          <p:cNvSpPr txBox="1"/>
          <p:nvPr>
            <p:ph idx="15" type="title"/>
          </p:nvPr>
        </p:nvSpPr>
        <p:spPr>
          <a:xfrm>
            <a:off x="6205996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6" name="Google Shape;106;p17"/>
          <p:cNvSpPr txBox="1"/>
          <p:nvPr>
            <p:ph idx="16" type="title"/>
          </p:nvPr>
        </p:nvSpPr>
        <p:spPr>
          <a:xfrm>
            <a:off x="6205996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7" name="Google Shape;107;p17"/>
          <p:cNvSpPr txBox="1"/>
          <p:nvPr>
            <p:ph idx="17" type="title"/>
          </p:nvPr>
        </p:nvSpPr>
        <p:spPr>
          <a:xfrm>
            <a:off x="7683660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8" name="Google Shape;108;p17"/>
          <p:cNvSpPr txBox="1"/>
          <p:nvPr>
            <p:ph idx="18" type="title"/>
          </p:nvPr>
        </p:nvSpPr>
        <p:spPr>
          <a:xfrm>
            <a:off x="7683660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09" name="Google Shape;109;p17"/>
          <p:cNvSpPr/>
          <p:nvPr>
            <p:ph idx="19" type="pic"/>
          </p:nvPr>
        </p:nvSpPr>
        <p:spPr>
          <a:xfrm>
            <a:off x="1726022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0" name="Google Shape;110;p17"/>
          <p:cNvSpPr/>
          <p:nvPr>
            <p:ph idx="20" type="pic"/>
          </p:nvPr>
        </p:nvSpPr>
        <p:spPr>
          <a:xfrm>
            <a:off x="3194345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1" name="Google Shape;111;p17"/>
          <p:cNvSpPr/>
          <p:nvPr>
            <p:ph idx="21" type="pic"/>
          </p:nvPr>
        </p:nvSpPr>
        <p:spPr>
          <a:xfrm>
            <a:off x="4662668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2" name="Google Shape;112;p17"/>
          <p:cNvSpPr/>
          <p:nvPr>
            <p:ph idx="22" type="pic"/>
          </p:nvPr>
        </p:nvSpPr>
        <p:spPr>
          <a:xfrm>
            <a:off x="6130990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3" name="Google Shape;113;p17"/>
          <p:cNvSpPr/>
          <p:nvPr>
            <p:ph idx="23" type="pic"/>
          </p:nvPr>
        </p:nvSpPr>
        <p:spPr>
          <a:xfrm>
            <a:off x="7599313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114" name="Google Shape;114;p17"/>
          <p:cNvSpPr/>
          <p:nvPr>
            <p:ph idx="24" type="pic"/>
          </p:nvPr>
        </p:nvSpPr>
        <p:spPr>
          <a:xfrm>
            <a:off x="257700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8_1_1_1_1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7" name="Google Shape;117;p1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8" name="Google Shape;118;p18"/>
          <p:cNvSpPr txBox="1"/>
          <p:nvPr>
            <p:ph idx="3" type="title"/>
          </p:nvPr>
        </p:nvSpPr>
        <p:spPr>
          <a:xfrm>
            <a:off x="228600" y="457200"/>
            <a:ext cx="4296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1">
  <p:cSld name="CUSTOM_8_1_1_1_1_1_1_1_1_1_1_1_1_1_1_1_1_1_1_1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/>
        </p:nvSpPr>
        <p:spPr>
          <a:xfrm>
            <a:off x="0" y="0"/>
            <a:ext cx="2406900" cy="240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1" name="Google Shape;121;p19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idx="2" type="title"/>
          </p:nvPr>
        </p:nvSpPr>
        <p:spPr>
          <a:xfrm>
            <a:off x="228600" y="457200"/>
            <a:ext cx="3432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pic>
        <p:nvPicPr>
          <p:cNvPr descr="Free Images : landscape, nature, horizon, mountain, sky, night ..." id="123" name="Google Shape;123;p19"/>
          <p:cNvPicPr preferRelativeResize="0"/>
          <p:nvPr/>
        </p:nvPicPr>
        <p:blipFill rotWithShape="1">
          <a:blip r:embed="rId2">
            <a:alphaModFix/>
          </a:blip>
          <a:srcRect b="0" l="23232" r="29975" t="0"/>
          <a:stretch/>
        </p:blipFill>
        <p:spPr>
          <a:xfrm>
            <a:off x="7541887" y="0"/>
            <a:ext cx="1604076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9"/>
          <p:cNvSpPr txBox="1"/>
          <p:nvPr>
            <p:ph idx="1" type="subTitle"/>
          </p:nvPr>
        </p:nvSpPr>
        <p:spPr>
          <a:xfrm>
            <a:off x="228950" y="1419750"/>
            <a:ext cx="51549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125" name="Google Shape;125;p19"/>
          <p:cNvSpPr/>
          <p:nvPr/>
        </p:nvSpPr>
        <p:spPr>
          <a:xfrm>
            <a:off x="6077650" y="0"/>
            <a:ext cx="1462200" cy="5143500"/>
          </a:xfrm>
          <a:prstGeom prst="rect">
            <a:avLst/>
          </a:prstGeom>
          <a:gradFill>
            <a:gsLst>
              <a:gs pos="0">
                <a:schemeClr val="accent5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1">
  <p:cSld name="CUSTOM_8_1_1_1_1_1_1_1_1_1_1_1_1_1_1_1_1_1_1_1_1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/>
          <p:nvPr/>
        </p:nvSpPr>
        <p:spPr>
          <a:xfrm>
            <a:off x="0" y="0"/>
            <a:ext cx="3776100" cy="37761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8" name="Google Shape;128;p20"/>
          <p:cNvSpPr/>
          <p:nvPr/>
        </p:nvSpPr>
        <p:spPr>
          <a:xfrm rot="10800000">
            <a:off x="3156575" y="250"/>
            <a:ext cx="59835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9" name="Google Shape;129;p20"/>
          <p:cNvSpPr txBox="1"/>
          <p:nvPr/>
        </p:nvSpPr>
        <p:spPr>
          <a:xfrm>
            <a:off x="4102943" y="1042306"/>
            <a:ext cx="5586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“</a:t>
            </a:r>
            <a:endParaRPr b="1" sz="72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20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1" name="Google Shape;131;p20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2" name="Google Shape;132;p20"/>
          <p:cNvSpPr txBox="1"/>
          <p:nvPr>
            <p:ph idx="3" type="title"/>
          </p:nvPr>
        </p:nvSpPr>
        <p:spPr>
          <a:xfrm>
            <a:off x="228600" y="457200"/>
            <a:ext cx="29259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33" name="Google Shape;133;p20"/>
          <p:cNvSpPr txBox="1"/>
          <p:nvPr>
            <p:ph idx="1" type="subTitle"/>
          </p:nvPr>
        </p:nvSpPr>
        <p:spPr>
          <a:xfrm>
            <a:off x="4102950" y="1631400"/>
            <a:ext cx="40890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/>
        </p:txBody>
      </p:sp>
      <p:sp>
        <p:nvSpPr>
          <p:cNvPr id="134" name="Google Shape;134;p20"/>
          <p:cNvSpPr txBox="1"/>
          <p:nvPr>
            <p:ph idx="4" type="subTitle"/>
          </p:nvPr>
        </p:nvSpPr>
        <p:spPr>
          <a:xfrm>
            <a:off x="228600" y="3967700"/>
            <a:ext cx="23364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135" name="Google Shape;135;p20"/>
          <p:cNvSpPr/>
          <p:nvPr>
            <p:ph idx="5" type="pic"/>
          </p:nvPr>
        </p:nvSpPr>
        <p:spPr>
          <a:xfrm>
            <a:off x="228800" y="1707600"/>
            <a:ext cx="1951200" cy="2068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2">
  <p:cSld name="CUSTOM_8_1_1_1_1_1_1_1_1_1_1_1_1_1_1_1_1_1_1_1_1_2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 rot="-5400000">
            <a:off x="3054300" y="1196700"/>
            <a:ext cx="3946800" cy="39468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8" name="Google Shape;138;p21"/>
          <p:cNvSpPr/>
          <p:nvPr/>
        </p:nvSpPr>
        <p:spPr>
          <a:xfrm rot="5400000">
            <a:off x="6262500" y="0"/>
            <a:ext cx="2881500" cy="28815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9" name="Google Shape;139;p21"/>
          <p:cNvSpPr/>
          <p:nvPr>
            <p:ph idx="2" type="pic"/>
          </p:nvPr>
        </p:nvSpPr>
        <p:spPr>
          <a:xfrm>
            <a:off x="0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140" name="Google Shape;140;p21"/>
          <p:cNvSpPr txBox="1"/>
          <p:nvPr/>
        </p:nvSpPr>
        <p:spPr>
          <a:xfrm>
            <a:off x="3455693" y="228206"/>
            <a:ext cx="5586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“</a:t>
            </a:r>
            <a:endParaRPr b="1" sz="72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1" name="Google Shape;141;p2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42" name="Google Shape;142;p21"/>
          <p:cNvSpPr txBox="1"/>
          <p:nvPr>
            <p:ph idx="3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43" name="Google Shape;143;p21"/>
          <p:cNvSpPr txBox="1"/>
          <p:nvPr>
            <p:ph idx="4" type="title"/>
          </p:nvPr>
        </p:nvSpPr>
        <p:spPr>
          <a:xfrm>
            <a:off x="228600" y="3429000"/>
            <a:ext cx="3432600" cy="28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44" name="Google Shape;144;p21"/>
          <p:cNvSpPr txBox="1"/>
          <p:nvPr>
            <p:ph idx="1" type="subTitle"/>
          </p:nvPr>
        </p:nvSpPr>
        <p:spPr>
          <a:xfrm>
            <a:off x="3455700" y="817300"/>
            <a:ext cx="49593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/>
        </p:txBody>
      </p:sp>
      <p:sp>
        <p:nvSpPr>
          <p:cNvPr id="145" name="Google Shape;145;p21"/>
          <p:cNvSpPr txBox="1"/>
          <p:nvPr>
            <p:ph idx="5" type="subTitle"/>
          </p:nvPr>
        </p:nvSpPr>
        <p:spPr>
          <a:xfrm>
            <a:off x="228600" y="3739100"/>
            <a:ext cx="23364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3">
  <p:cSld name="CUSTOM_8_1_1_1_1_1_1_1_1_1_1_1_1_1_1_1_1_1_1_1_1_1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/>
          <p:nvPr/>
        </p:nvSpPr>
        <p:spPr>
          <a:xfrm>
            <a:off x="0" y="0"/>
            <a:ext cx="3776100" cy="37761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8" name="Google Shape;148;p22"/>
          <p:cNvSpPr/>
          <p:nvPr/>
        </p:nvSpPr>
        <p:spPr>
          <a:xfrm rot="10800000">
            <a:off x="4619975" y="250"/>
            <a:ext cx="45201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9" name="Google Shape;149;p2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50" name="Google Shape;150;p22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51" name="Google Shape;151;p22"/>
          <p:cNvSpPr txBox="1"/>
          <p:nvPr>
            <p:ph idx="3" type="title"/>
          </p:nvPr>
        </p:nvSpPr>
        <p:spPr>
          <a:xfrm>
            <a:off x="228600" y="457200"/>
            <a:ext cx="3432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52" name="Google Shape;152;p22"/>
          <p:cNvSpPr txBox="1"/>
          <p:nvPr>
            <p:ph idx="1" type="subTitle"/>
          </p:nvPr>
        </p:nvSpPr>
        <p:spPr>
          <a:xfrm>
            <a:off x="230075" y="882000"/>
            <a:ext cx="3716700" cy="1122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53" name="Google Shape;153;p22"/>
          <p:cNvSpPr txBox="1"/>
          <p:nvPr>
            <p:ph idx="4" type="body"/>
          </p:nvPr>
        </p:nvSpPr>
        <p:spPr>
          <a:xfrm>
            <a:off x="230075" y="3492500"/>
            <a:ext cx="3462600" cy="714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54" name="Google Shape;154;p22"/>
          <p:cNvSpPr/>
          <p:nvPr>
            <p:ph idx="5" type="pic"/>
          </p:nvPr>
        </p:nvSpPr>
        <p:spPr>
          <a:xfrm>
            <a:off x="5520400" y="921875"/>
            <a:ext cx="2724900" cy="329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2">
  <p:cSld name="CUSTOM_8_1_1_1_1_1_1_1_1_1_1_1_1_1_1_1_1_1_1_1_1_1_1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3"/>
          <p:cNvSpPr/>
          <p:nvPr/>
        </p:nvSpPr>
        <p:spPr>
          <a:xfrm rot="8100000">
            <a:off x="1338758" y="1905656"/>
            <a:ext cx="6464087" cy="6464087"/>
          </a:xfrm>
          <a:prstGeom prst="rtTriangle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7" name="Google Shape;157;p23"/>
          <p:cNvSpPr/>
          <p:nvPr/>
        </p:nvSpPr>
        <p:spPr>
          <a:xfrm rot="-2700000">
            <a:off x="3109572" y="-1459928"/>
            <a:ext cx="2922755" cy="2922755"/>
          </a:xfrm>
          <a:prstGeom prst="rtTriangle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2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59" name="Google Shape;159;p2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60" name="Google Shape;160;p23"/>
          <p:cNvSpPr txBox="1"/>
          <p:nvPr>
            <p:ph idx="1" type="subTitle"/>
          </p:nvPr>
        </p:nvSpPr>
        <p:spPr>
          <a:xfrm>
            <a:off x="230075" y="1548047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61" name="Google Shape;161;p23"/>
          <p:cNvSpPr txBox="1"/>
          <p:nvPr>
            <p:ph idx="3" type="title"/>
          </p:nvPr>
        </p:nvSpPr>
        <p:spPr>
          <a:xfrm>
            <a:off x="228600" y="1960022"/>
            <a:ext cx="7224600" cy="126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">
  <p:cSld name="CUSTOM_8_1_1_1_1_1_1_1_1_1_1_1_1_1_1_1_1_1_1_1_1_1_1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64" name="Google Shape;164;p2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65" name="Google Shape;165;p2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66" name="Google Shape;166;p24"/>
          <p:cNvSpPr txBox="1"/>
          <p:nvPr>
            <p:ph idx="1" type="subTitle"/>
          </p:nvPr>
        </p:nvSpPr>
        <p:spPr>
          <a:xfrm>
            <a:off x="1638400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7" name="Google Shape;167;p24"/>
          <p:cNvSpPr txBox="1"/>
          <p:nvPr>
            <p:ph idx="4" type="subTitle"/>
          </p:nvPr>
        </p:nvSpPr>
        <p:spPr>
          <a:xfrm>
            <a:off x="3099713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8" name="Google Shape;168;p24"/>
          <p:cNvSpPr txBox="1"/>
          <p:nvPr>
            <p:ph idx="5" type="subTitle"/>
          </p:nvPr>
        </p:nvSpPr>
        <p:spPr>
          <a:xfrm>
            <a:off x="4563613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9" name="Google Shape;169;p24"/>
          <p:cNvSpPr txBox="1"/>
          <p:nvPr>
            <p:ph idx="6" type="subTitle"/>
          </p:nvPr>
        </p:nvSpPr>
        <p:spPr>
          <a:xfrm>
            <a:off x="6024925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0" name="Google Shape;170;p24"/>
          <p:cNvSpPr txBox="1"/>
          <p:nvPr>
            <p:ph idx="7" type="subTitle"/>
          </p:nvPr>
        </p:nvSpPr>
        <p:spPr>
          <a:xfrm>
            <a:off x="7521175" y="1547546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1" name="Google Shape;171;p24"/>
          <p:cNvSpPr txBox="1"/>
          <p:nvPr>
            <p:ph idx="8" type="subTitle"/>
          </p:nvPr>
        </p:nvSpPr>
        <p:spPr>
          <a:xfrm>
            <a:off x="381000" y="2131483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2" name="Google Shape;172;p24"/>
          <p:cNvSpPr txBox="1"/>
          <p:nvPr>
            <p:ph idx="9" type="subTitle"/>
          </p:nvPr>
        </p:nvSpPr>
        <p:spPr>
          <a:xfrm>
            <a:off x="381000" y="2687933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3" name="Google Shape;173;p24"/>
          <p:cNvSpPr txBox="1"/>
          <p:nvPr>
            <p:ph idx="13" type="subTitle"/>
          </p:nvPr>
        </p:nvSpPr>
        <p:spPr>
          <a:xfrm>
            <a:off x="381000" y="323860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4" name="Google Shape;174;p24"/>
          <p:cNvSpPr txBox="1"/>
          <p:nvPr>
            <p:ph idx="14" type="subTitle"/>
          </p:nvPr>
        </p:nvSpPr>
        <p:spPr>
          <a:xfrm>
            <a:off x="381000" y="379505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75" name="Google Shape;175;p24"/>
          <p:cNvSpPr txBox="1"/>
          <p:nvPr>
            <p:ph idx="15" type="subTitle"/>
          </p:nvPr>
        </p:nvSpPr>
        <p:spPr>
          <a:xfrm>
            <a:off x="381000" y="435150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8_1_1_1_1_1_1_1_1_1_1_1_1_1_1_1_1_1_1_1_1_1_1_1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/>
          <p:nvPr/>
        </p:nvSpPr>
        <p:spPr>
          <a:xfrm flipH="1">
            <a:off x="6286500" y="0"/>
            <a:ext cx="2857500" cy="28575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8" name="Google Shape;178;p25"/>
          <p:cNvSpPr/>
          <p:nvPr/>
        </p:nvSpPr>
        <p:spPr>
          <a:xfrm rot="10800000">
            <a:off x="0" y="250"/>
            <a:ext cx="45201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9" name="Google Shape;179;p25"/>
          <p:cNvSpPr txBox="1"/>
          <p:nvPr>
            <p:ph idx="1" type="body"/>
          </p:nvPr>
        </p:nvSpPr>
        <p:spPr>
          <a:xfrm>
            <a:off x="4903325" y="1072775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0" name="Google Shape;180;p25"/>
          <p:cNvSpPr txBox="1"/>
          <p:nvPr>
            <p:ph idx="2" type="body"/>
          </p:nvPr>
        </p:nvSpPr>
        <p:spPr>
          <a:xfrm>
            <a:off x="4903325" y="2018675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1" name="Google Shape;181;p2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82" name="Google Shape;182;p25"/>
          <p:cNvSpPr txBox="1"/>
          <p:nvPr>
            <p:ph idx="3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83" name="Google Shape;183;p25"/>
          <p:cNvSpPr/>
          <p:nvPr>
            <p:ph idx="4" type="pic"/>
          </p:nvPr>
        </p:nvSpPr>
        <p:spPr>
          <a:xfrm>
            <a:off x="230075" y="457200"/>
            <a:ext cx="3681600" cy="23097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25"/>
          <p:cNvSpPr txBox="1"/>
          <p:nvPr>
            <p:ph idx="5" type="title"/>
          </p:nvPr>
        </p:nvSpPr>
        <p:spPr>
          <a:xfrm>
            <a:off x="230075" y="2993600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85" name="Google Shape;185;p25"/>
          <p:cNvSpPr txBox="1"/>
          <p:nvPr>
            <p:ph idx="6" type="body"/>
          </p:nvPr>
        </p:nvSpPr>
        <p:spPr>
          <a:xfrm>
            <a:off x="230075" y="3515700"/>
            <a:ext cx="3681600" cy="913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6" name="Google Shape;186;p25"/>
          <p:cNvSpPr txBox="1"/>
          <p:nvPr>
            <p:ph idx="7" type="body"/>
          </p:nvPr>
        </p:nvSpPr>
        <p:spPr>
          <a:xfrm>
            <a:off x="4903325" y="2964575"/>
            <a:ext cx="3681600" cy="445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7" name="Google Shape;187;p25"/>
          <p:cNvSpPr txBox="1"/>
          <p:nvPr>
            <p:ph idx="8" type="subTitle"/>
          </p:nvPr>
        </p:nvSpPr>
        <p:spPr>
          <a:xfrm>
            <a:off x="4903325" y="26537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88" name="Google Shape;188;p25"/>
          <p:cNvSpPr txBox="1"/>
          <p:nvPr>
            <p:ph idx="9" type="subTitle"/>
          </p:nvPr>
        </p:nvSpPr>
        <p:spPr>
          <a:xfrm>
            <a:off x="4903325" y="17078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89" name="Google Shape;189;p25"/>
          <p:cNvSpPr txBox="1"/>
          <p:nvPr>
            <p:ph idx="13" type="subTitle"/>
          </p:nvPr>
        </p:nvSpPr>
        <p:spPr>
          <a:xfrm>
            <a:off x="4903325" y="7619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ards">
  <p:cSld name="CUSTOM_8_1_1_1_1_1_1_1_1_1_1_1_1_1_1_1_1_1_1_1_1_1_1_1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92" name="Google Shape;192;p2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93" name="Google Shape;193;p26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94" name="Google Shape;194;p26"/>
          <p:cNvSpPr txBox="1"/>
          <p:nvPr>
            <p:ph idx="1" type="body"/>
          </p:nvPr>
        </p:nvSpPr>
        <p:spPr>
          <a:xfrm>
            <a:off x="228600" y="882000"/>
            <a:ext cx="2514300" cy="643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95" name="Google Shape;195;p26"/>
          <p:cNvSpPr txBox="1"/>
          <p:nvPr>
            <p:ph idx="4" type="subTitle"/>
          </p:nvPr>
        </p:nvSpPr>
        <p:spPr>
          <a:xfrm>
            <a:off x="343325" y="2026000"/>
            <a:ext cx="2362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196" name="Google Shape;196;p26"/>
          <p:cNvSpPr txBox="1"/>
          <p:nvPr>
            <p:ph idx="5" type="subTitle"/>
          </p:nvPr>
        </p:nvSpPr>
        <p:spPr>
          <a:xfrm>
            <a:off x="4733675" y="2026000"/>
            <a:ext cx="2362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">
  <p:cSld name="CUSTOM_8_1_1_1_1_1_1_1_1_1_1_1_1_1_1_1_1_1_1_1_1_1_1_1_1_1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99" name="Google Shape;199;p27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00" name="Google Shape;200;p27"/>
          <p:cNvSpPr txBox="1"/>
          <p:nvPr>
            <p:ph idx="1" type="body"/>
          </p:nvPr>
        </p:nvSpPr>
        <p:spPr>
          <a:xfrm>
            <a:off x="4637600" y="432627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1" name="Google Shape;201;p27"/>
          <p:cNvSpPr txBox="1"/>
          <p:nvPr>
            <p:ph idx="3" type="subTitle"/>
          </p:nvPr>
        </p:nvSpPr>
        <p:spPr>
          <a:xfrm>
            <a:off x="1603898" y="4342896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2" name="Google Shape;202;p27"/>
          <p:cNvSpPr txBox="1"/>
          <p:nvPr>
            <p:ph idx="4" type="subTitle"/>
          </p:nvPr>
        </p:nvSpPr>
        <p:spPr>
          <a:xfrm>
            <a:off x="330825" y="418932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3" name="Google Shape;203;p27"/>
          <p:cNvSpPr txBox="1"/>
          <p:nvPr>
            <p:ph idx="5" type="body"/>
          </p:nvPr>
        </p:nvSpPr>
        <p:spPr>
          <a:xfrm>
            <a:off x="4637600" y="332264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4" name="Google Shape;204;p27"/>
          <p:cNvSpPr txBox="1"/>
          <p:nvPr>
            <p:ph idx="6" type="subTitle"/>
          </p:nvPr>
        </p:nvSpPr>
        <p:spPr>
          <a:xfrm>
            <a:off x="1603898" y="3339267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5" name="Google Shape;205;p27"/>
          <p:cNvSpPr txBox="1"/>
          <p:nvPr>
            <p:ph idx="7" type="subTitle"/>
          </p:nvPr>
        </p:nvSpPr>
        <p:spPr>
          <a:xfrm>
            <a:off x="330825" y="318569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6" name="Google Shape;206;p27"/>
          <p:cNvSpPr txBox="1"/>
          <p:nvPr>
            <p:ph idx="8" type="body"/>
          </p:nvPr>
        </p:nvSpPr>
        <p:spPr>
          <a:xfrm>
            <a:off x="4637600" y="234198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7" name="Google Shape;207;p27"/>
          <p:cNvSpPr txBox="1"/>
          <p:nvPr>
            <p:ph idx="9" type="subTitle"/>
          </p:nvPr>
        </p:nvSpPr>
        <p:spPr>
          <a:xfrm>
            <a:off x="1603898" y="2358608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8" name="Google Shape;208;p27"/>
          <p:cNvSpPr txBox="1"/>
          <p:nvPr>
            <p:ph idx="13" type="subTitle"/>
          </p:nvPr>
        </p:nvSpPr>
        <p:spPr>
          <a:xfrm>
            <a:off x="330825" y="2205037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9" name="Google Shape;209;p27"/>
          <p:cNvSpPr txBox="1"/>
          <p:nvPr>
            <p:ph idx="14" type="body"/>
          </p:nvPr>
        </p:nvSpPr>
        <p:spPr>
          <a:xfrm>
            <a:off x="4637600" y="136132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0" name="Google Shape;210;p27"/>
          <p:cNvSpPr txBox="1"/>
          <p:nvPr>
            <p:ph idx="15" type="subTitle"/>
          </p:nvPr>
        </p:nvSpPr>
        <p:spPr>
          <a:xfrm>
            <a:off x="1603898" y="1377949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11" name="Google Shape;211;p27"/>
          <p:cNvSpPr txBox="1"/>
          <p:nvPr>
            <p:ph idx="16" type="subTitle"/>
          </p:nvPr>
        </p:nvSpPr>
        <p:spPr>
          <a:xfrm>
            <a:off x="330825" y="1224378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2" name="Google Shape;212;p27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ards">
  <p:cSld name="CUSTOM_8_1_1_1_1_1_1_1_1_1_1_1_1_1_1_1_1_1_1_1_1_1_1_1_1_1_1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 txBox="1"/>
          <p:nvPr>
            <p:ph idx="1" type="body"/>
          </p:nvPr>
        </p:nvSpPr>
        <p:spPr>
          <a:xfrm>
            <a:off x="3316788" y="15161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5" name="Google Shape;215;p2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16" name="Google Shape;216;p2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17" name="Google Shape;217;p28"/>
          <p:cNvSpPr txBox="1"/>
          <p:nvPr>
            <p:ph idx="3" type="subTitle"/>
          </p:nvPr>
        </p:nvSpPr>
        <p:spPr>
          <a:xfrm>
            <a:off x="355609" y="5499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218" name="Google Shape;218;p28"/>
          <p:cNvSpPr txBox="1"/>
          <p:nvPr>
            <p:ph idx="4" type="body"/>
          </p:nvPr>
        </p:nvSpPr>
        <p:spPr>
          <a:xfrm>
            <a:off x="387450" y="15161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9" name="Google Shape;219;p28"/>
          <p:cNvSpPr txBox="1"/>
          <p:nvPr>
            <p:ph idx="5" type="subTitle"/>
          </p:nvPr>
        </p:nvSpPr>
        <p:spPr>
          <a:xfrm>
            <a:off x="3284965" y="5499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220" name="Google Shape;220;p28"/>
          <p:cNvSpPr txBox="1"/>
          <p:nvPr>
            <p:ph idx="6" type="subTitle"/>
          </p:nvPr>
        </p:nvSpPr>
        <p:spPr>
          <a:xfrm>
            <a:off x="6213059" y="5605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221" name="Google Shape;221;p28"/>
          <p:cNvSpPr txBox="1"/>
          <p:nvPr>
            <p:ph idx="7" type="body"/>
          </p:nvPr>
        </p:nvSpPr>
        <p:spPr>
          <a:xfrm>
            <a:off x="6244900" y="15267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2">
  <p:cSld name="CUSTOM_8_1_1_1_1_1_1_1_1_1_1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9"/>
          <p:cNvSpPr/>
          <p:nvPr/>
        </p:nvSpPr>
        <p:spPr>
          <a:xfrm rot="10800000">
            <a:off x="-25" y="250"/>
            <a:ext cx="30669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24" name="Google Shape;224;p29"/>
          <p:cNvSpPr txBox="1"/>
          <p:nvPr/>
        </p:nvSpPr>
        <p:spPr>
          <a:xfrm>
            <a:off x="230934" y="1805263"/>
            <a:ext cx="372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🡖</a:t>
            </a:r>
            <a:endParaRPr sz="160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5" name="Google Shape;225;p29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26" name="Google Shape;226;p29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27" name="Google Shape;227;p29"/>
          <p:cNvSpPr txBox="1"/>
          <p:nvPr>
            <p:ph idx="3" type="title"/>
          </p:nvPr>
        </p:nvSpPr>
        <p:spPr>
          <a:xfrm>
            <a:off x="230937" y="1593450"/>
            <a:ext cx="237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230938" y="2041800"/>
            <a:ext cx="2378700" cy="9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29" name="Google Shape;229;p29"/>
          <p:cNvSpPr txBox="1"/>
          <p:nvPr>
            <p:ph idx="4" type="body"/>
          </p:nvPr>
        </p:nvSpPr>
        <p:spPr>
          <a:xfrm>
            <a:off x="3439371" y="907600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0" name="Google Shape;230;p29"/>
          <p:cNvSpPr txBox="1"/>
          <p:nvPr>
            <p:ph idx="5" type="subTitle"/>
          </p:nvPr>
        </p:nvSpPr>
        <p:spPr>
          <a:xfrm>
            <a:off x="3439363" y="618975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1" name="Google Shape;231;p29"/>
          <p:cNvSpPr txBox="1"/>
          <p:nvPr>
            <p:ph idx="6" type="body"/>
          </p:nvPr>
        </p:nvSpPr>
        <p:spPr>
          <a:xfrm>
            <a:off x="3439371" y="2532294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2" name="Google Shape;232;p29"/>
          <p:cNvSpPr txBox="1"/>
          <p:nvPr>
            <p:ph idx="7" type="subTitle"/>
          </p:nvPr>
        </p:nvSpPr>
        <p:spPr>
          <a:xfrm>
            <a:off x="3439363" y="2243669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3" name="Google Shape;233;p29"/>
          <p:cNvSpPr txBox="1"/>
          <p:nvPr>
            <p:ph idx="8" type="body"/>
          </p:nvPr>
        </p:nvSpPr>
        <p:spPr>
          <a:xfrm>
            <a:off x="6313271" y="907600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4" name="Google Shape;234;p29"/>
          <p:cNvSpPr txBox="1"/>
          <p:nvPr>
            <p:ph idx="9" type="subTitle"/>
          </p:nvPr>
        </p:nvSpPr>
        <p:spPr>
          <a:xfrm>
            <a:off x="6313263" y="618975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5" name="Google Shape;235;p29"/>
          <p:cNvSpPr txBox="1"/>
          <p:nvPr>
            <p:ph idx="13" type="body"/>
          </p:nvPr>
        </p:nvSpPr>
        <p:spPr>
          <a:xfrm>
            <a:off x="6313271" y="2532294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6" name="Google Shape;236;p29"/>
          <p:cNvSpPr txBox="1"/>
          <p:nvPr>
            <p:ph idx="14" type="subTitle"/>
          </p:nvPr>
        </p:nvSpPr>
        <p:spPr>
          <a:xfrm>
            <a:off x="6313263" y="2243669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37" name="Google Shape;237;p29"/>
          <p:cNvSpPr txBox="1"/>
          <p:nvPr>
            <p:ph idx="15" type="body"/>
          </p:nvPr>
        </p:nvSpPr>
        <p:spPr>
          <a:xfrm>
            <a:off x="230650" y="3875100"/>
            <a:ext cx="2378700" cy="913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38" name="Google Shape;238;p29"/>
          <p:cNvSpPr/>
          <p:nvPr>
            <p:ph idx="16" type="pic"/>
          </p:nvPr>
        </p:nvSpPr>
        <p:spPr>
          <a:xfrm>
            <a:off x="230350" y="457200"/>
            <a:ext cx="853200" cy="1031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ards">
  <p:cSld name="CUSTOM_14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/>
          <p:nvPr/>
        </p:nvSpPr>
        <p:spPr>
          <a:xfrm rot="-2700000">
            <a:off x="1338758" y="-3230594"/>
            <a:ext cx="6464087" cy="6464087"/>
          </a:xfrm>
          <a:prstGeom prst="rtTriangle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242" name="Google Shape;242;p30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243" name="Google Shape;243;p30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44" name="Google Shape;244;p30"/>
          <p:cNvSpPr txBox="1"/>
          <p:nvPr>
            <p:ph idx="1" type="body"/>
          </p:nvPr>
        </p:nvSpPr>
        <p:spPr>
          <a:xfrm>
            <a:off x="429350" y="180150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45" name="Google Shape;245;p30"/>
          <p:cNvSpPr txBox="1"/>
          <p:nvPr>
            <p:ph idx="4" type="subTitle"/>
          </p:nvPr>
        </p:nvSpPr>
        <p:spPr>
          <a:xfrm>
            <a:off x="429350" y="128600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46" name="Google Shape;246;p30"/>
          <p:cNvSpPr txBox="1"/>
          <p:nvPr>
            <p:ph idx="5" type="body"/>
          </p:nvPr>
        </p:nvSpPr>
        <p:spPr>
          <a:xfrm>
            <a:off x="4833813" y="180150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47" name="Google Shape;247;p30"/>
          <p:cNvSpPr txBox="1"/>
          <p:nvPr>
            <p:ph idx="6" type="subTitle"/>
          </p:nvPr>
        </p:nvSpPr>
        <p:spPr>
          <a:xfrm>
            <a:off x="4833813" y="128600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48" name="Google Shape;248;p30"/>
          <p:cNvSpPr txBox="1"/>
          <p:nvPr>
            <p:ph idx="7" type="body"/>
          </p:nvPr>
        </p:nvSpPr>
        <p:spPr>
          <a:xfrm>
            <a:off x="2631588" y="236065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49" name="Google Shape;249;p30"/>
          <p:cNvSpPr txBox="1"/>
          <p:nvPr>
            <p:ph idx="8" type="subTitle"/>
          </p:nvPr>
        </p:nvSpPr>
        <p:spPr>
          <a:xfrm>
            <a:off x="2631588" y="184515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50" name="Google Shape;250;p30"/>
          <p:cNvSpPr txBox="1"/>
          <p:nvPr>
            <p:ph idx="9" type="body"/>
          </p:nvPr>
        </p:nvSpPr>
        <p:spPr>
          <a:xfrm>
            <a:off x="7036075" y="236065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1" name="Google Shape;251;p30"/>
          <p:cNvSpPr txBox="1"/>
          <p:nvPr>
            <p:ph idx="13" type="subTitle"/>
          </p:nvPr>
        </p:nvSpPr>
        <p:spPr>
          <a:xfrm>
            <a:off x="7036075" y="184515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">
  <p:cSld name="CUSTOM_8_1_1_1_1_1_1_1_1_1_1_1_1_1_1_1_1_1_1_1_1_1_1_1_1_1_1_1_1_1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1"/>
          <p:cNvSpPr/>
          <p:nvPr/>
        </p:nvSpPr>
        <p:spPr>
          <a:xfrm>
            <a:off x="0" y="0"/>
            <a:ext cx="3177300" cy="31773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54" name="Google Shape;254;p3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55" name="Google Shape;255;p3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56" name="Google Shape;256;p31"/>
          <p:cNvSpPr txBox="1"/>
          <p:nvPr>
            <p:ph idx="1" type="body"/>
          </p:nvPr>
        </p:nvSpPr>
        <p:spPr>
          <a:xfrm>
            <a:off x="337797" y="1044075"/>
            <a:ext cx="2839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7" name="Google Shape;257;p31"/>
          <p:cNvSpPr txBox="1"/>
          <p:nvPr>
            <p:ph idx="3" type="body"/>
          </p:nvPr>
        </p:nvSpPr>
        <p:spPr>
          <a:xfrm>
            <a:off x="5967566" y="1044075"/>
            <a:ext cx="28557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8" name="Google Shape;258;p31"/>
          <p:cNvSpPr txBox="1"/>
          <p:nvPr>
            <p:ph idx="4" type="body"/>
          </p:nvPr>
        </p:nvSpPr>
        <p:spPr>
          <a:xfrm>
            <a:off x="321474" y="3385428"/>
            <a:ext cx="2839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9" name="Google Shape;259;p31"/>
          <p:cNvSpPr txBox="1"/>
          <p:nvPr>
            <p:ph idx="5" type="body"/>
          </p:nvPr>
        </p:nvSpPr>
        <p:spPr>
          <a:xfrm>
            <a:off x="5951149" y="3385428"/>
            <a:ext cx="28557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60" name="Google Shape;260;p31"/>
          <p:cNvSpPr txBox="1"/>
          <p:nvPr>
            <p:ph idx="6" type="subTitle"/>
          </p:nvPr>
        </p:nvSpPr>
        <p:spPr>
          <a:xfrm>
            <a:off x="3505113" y="200547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1" name="Google Shape;261;p31"/>
          <p:cNvSpPr txBox="1"/>
          <p:nvPr>
            <p:ph idx="7" type="subTitle"/>
          </p:nvPr>
        </p:nvSpPr>
        <p:spPr>
          <a:xfrm>
            <a:off x="4638638" y="200547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2" name="Google Shape;262;p31"/>
          <p:cNvSpPr txBox="1"/>
          <p:nvPr>
            <p:ph idx="8" type="subTitle"/>
          </p:nvPr>
        </p:nvSpPr>
        <p:spPr>
          <a:xfrm>
            <a:off x="3505525" y="296582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3" name="Google Shape;263;p31"/>
          <p:cNvSpPr txBox="1"/>
          <p:nvPr>
            <p:ph idx="9" type="subTitle"/>
          </p:nvPr>
        </p:nvSpPr>
        <p:spPr>
          <a:xfrm>
            <a:off x="4639050" y="296582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4" name="Google Shape;264;p31"/>
          <p:cNvSpPr txBox="1"/>
          <p:nvPr>
            <p:ph idx="13" type="subTitle"/>
          </p:nvPr>
        </p:nvSpPr>
        <p:spPr>
          <a:xfrm>
            <a:off x="4319044" y="2485650"/>
            <a:ext cx="5067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5" name="Google Shape;265;p31"/>
          <p:cNvSpPr txBox="1"/>
          <p:nvPr>
            <p:ph idx="14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 - Alt 1">
  <p:cSld name="CUSTOM_8_1_1_1_1_1_1_1_1_1_1_1_1_1_1_1_1_1_1_1_1_1_1_1_1_1_1_1_1_1_1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2"/>
          <p:cNvSpPr/>
          <p:nvPr/>
        </p:nvSpPr>
        <p:spPr>
          <a:xfrm flipH="1" rot="5400000">
            <a:off x="6563025" y="657900"/>
            <a:ext cx="1358100" cy="3792600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68" name="Google Shape;268;p32"/>
          <p:cNvSpPr/>
          <p:nvPr/>
        </p:nvSpPr>
        <p:spPr>
          <a:xfrm rot="5400000">
            <a:off x="580600" y="1292250"/>
            <a:ext cx="1358100" cy="25239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pic>
        <p:nvPicPr>
          <p:cNvPr descr="A landscape shot of a marshland at dusk. " id="269" name="Google Shape;269;p32"/>
          <p:cNvPicPr preferRelativeResize="0"/>
          <p:nvPr/>
        </p:nvPicPr>
        <p:blipFill rotWithShape="1">
          <a:blip r:embed="rId2">
            <a:alphaModFix/>
          </a:blip>
          <a:srcRect b="14407" l="0" r="0" t="14414"/>
          <a:stretch/>
        </p:blipFill>
        <p:spPr>
          <a:xfrm>
            <a:off x="2517525" y="1875150"/>
            <a:ext cx="2822973" cy="1350004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32"/>
          <p:cNvSpPr txBox="1"/>
          <p:nvPr>
            <p:ph idx="1" type="body"/>
          </p:nvPr>
        </p:nvSpPr>
        <p:spPr>
          <a:xfrm>
            <a:off x="3272950" y="25581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1" name="Google Shape;271;p32"/>
          <p:cNvSpPr txBox="1"/>
          <p:nvPr>
            <p:ph idx="2" type="body"/>
          </p:nvPr>
        </p:nvSpPr>
        <p:spPr>
          <a:xfrm>
            <a:off x="1806550" y="25581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2" name="Google Shape;272;p32"/>
          <p:cNvSpPr txBox="1"/>
          <p:nvPr>
            <p:ph idx="3" type="body"/>
          </p:nvPr>
        </p:nvSpPr>
        <p:spPr>
          <a:xfrm>
            <a:off x="335425" y="1201925"/>
            <a:ext cx="1149900" cy="502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3" name="Google Shape;273;p32"/>
          <p:cNvSpPr txBox="1"/>
          <p:nvPr>
            <p:ph idx="4" type="body"/>
          </p:nvPr>
        </p:nvSpPr>
        <p:spPr>
          <a:xfrm>
            <a:off x="4721725" y="12297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4" name="Google Shape;274;p32"/>
          <p:cNvSpPr txBox="1"/>
          <p:nvPr>
            <p:ph idx="5" type="body"/>
          </p:nvPr>
        </p:nvSpPr>
        <p:spPr>
          <a:xfrm>
            <a:off x="6193925" y="26235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75" name="Google Shape;275;p32"/>
          <p:cNvSpPr txBox="1"/>
          <p:nvPr>
            <p:ph idx="6" type="subTitle"/>
          </p:nvPr>
        </p:nvSpPr>
        <p:spPr>
          <a:xfrm>
            <a:off x="3273038" y="32699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6" name="Google Shape;276;p32"/>
          <p:cNvSpPr txBox="1"/>
          <p:nvPr>
            <p:ph idx="7" type="subTitle"/>
          </p:nvPr>
        </p:nvSpPr>
        <p:spPr>
          <a:xfrm>
            <a:off x="1806638" y="32699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7" name="Google Shape;277;p32"/>
          <p:cNvSpPr txBox="1"/>
          <p:nvPr>
            <p:ph idx="8" type="subTitle"/>
          </p:nvPr>
        </p:nvSpPr>
        <p:spPr>
          <a:xfrm>
            <a:off x="335513" y="19137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8" name="Google Shape;278;p32"/>
          <p:cNvSpPr txBox="1"/>
          <p:nvPr>
            <p:ph idx="9" type="subTitle"/>
          </p:nvPr>
        </p:nvSpPr>
        <p:spPr>
          <a:xfrm>
            <a:off x="4721813" y="19415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79" name="Google Shape;279;p32"/>
          <p:cNvSpPr txBox="1"/>
          <p:nvPr>
            <p:ph idx="13" type="subTitle"/>
          </p:nvPr>
        </p:nvSpPr>
        <p:spPr>
          <a:xfrm>
            <a:off x="6194013" y="33353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80" name="Google Shape;280;p32"/>
          <p:cNvSpPr txBox="1"/>
          <p:nvPr>
            <p:ph idx="14" type="subTitle"/>
          </p:nvPr>
        </p:nvSpPr>
        <p:spPr>
          <a:xfrm>
            <a:off x="7658713" y="4312650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81" name="Google Shape;281;p32"/>
          <p:cNvSpPr txBox="1"/>
          <p:nvPr>
            <p:ph idx="15" type="body"/>
          </p:nvPr>
        </p:nvSpPr>
        <p:spPr>
          <a:xfrm>
            <a:off x="7658625" y="3600800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82" name="Google Shape;282;p3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83" name="Google Shape;283;p32"/>
          <p:cNvSpPr txBox="1"/>
          <p:nvPr>
            <p:ph idx="16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84" name="Google Shape;284;p32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 - Alt 2">
  <p:cSld name="CUSTOM_8_1_1_1_1_1_1_1_1_1_1_1_1_1_1_1_1_1_1_1_1_1_1_1_1_1_1_1_1_1_1_1_1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3"/>
          <p:cNvSpPr/>
          <p:nvPr/>
        </p:nvSpPr>
        <p:spPr>
          <a:xfrm flipH="1">
            <a:off x="5961300" y="0"/>
            <a:ext cx="3177300" cy="31773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87" name="Google Shape;287;p33"/>
          <p:cNvSpPr/>
          <p:nvPr/>
        </p:nvSpPr>
        <p:spPr>
          <a:xfrm rot="5400000">
            <a:off x="3888975" y="-2016150"/>
            <a:ext cx="1358100" cy="9140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8" name="Google Shape;288;p3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289" name="Google Shape;289;p3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90" name="Google Shape;290;p33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91" name="Google Shape;291;p33"/>
          <p:cNvSpPr txBox="1"/>
          <p:nvPr>
            <p:ph idx="1" type="subTitle"/>
          </p:nvPr>
        </p:nvSpPr>
        <p:spPr>
          <a:xfrm>
            <a:off x="486625" y="130702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2" name="Google Shape;292;p33"/>
          <p:cNvSpPr txBox="1"/>
          <p:nvPr>
            <p:ph idx="4" type="body"/>
          </p:nvPr>
        </p:nvSpPr>
        <p:spPr>
          <a:xfrm>
            <a:off x="486650" y="162343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93" name="Google Shape;293;p33"/>
          <p:cNvSpPr txBox="1"/>
          <p:nvPr>
            <p:ph idx="5" type="subTitle"/>
          </p:nvPr>
        </p:nvSpPr>
        <p:spPr>
          <a:xfrm>
            <a:off x="3431225" y="166807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4" name="Google Shape;294;p33"/>
          <p:cNvSpPr txBox="1"/>
          <p:nvPr>
            <p:ph idx="6" type="body"/>
          </p:nvPr>
        </p:nvSpPr>
        <p:spPr>
          <a:xfrm>
            <a:off x="3431250" y="198448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95" name="Google Shape;295;p33"/>
          <p:cNvSpPr txBox="1"/>
          <p:nvPr>
            <p:ph idx="7" type="subTitle"/>
          </p:nvPr>
        </p:nvSpPr>
        <p:spPr>
          <a:xfrm>
            <a:off x="6375825" y="130702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6" name="Google Shape;296;p33"/>
          <p:cNvSpPr txBox="1"/>
          <p:nvPr>
            <p:ph idx="8" type="body"/>
          </p:nvPr>
        </p:nvSpPr>
        <p:spPr>
          <a:xfrm>
            <a:off x="6375850" y="162343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display - Alt 1">
  <p:cSld name="CUSTOM_8_1_1_1_1_1_1_1_1_1_1_1_1_1_1_1_1_1_1_1_1_1_1_1_1_1_1_1_1_1_1_1_1_1"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4"/>
          <p:cNvSpPr/>
          <p:nvPr/>
        </p:nvSpPr>
        <p:spPr>
          <a:xfrm>
            <a:off x="7529650" y="250"/>
            <a:ext cx="16149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99" name="Google Shape;299;p3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00" name="Google Shape;300;p3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01" name="Google Shape;301;p3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02" name="Google Shape;302;p34"/>
          <p:cNvSpPr txBox="1"/>
          <p:nvPr>
            <p:ph idx="1" type="body"/>
          </p:nvPr>
        </p:nvSpPr>
        <p:spPr>
          <a:xfrm>
            <a:off x="230075" y="990150"/>
            <a:ext cx="3612900" cy="35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303" name="Google Shape;303;p34"/>
          <p:cNvSpPr txBox="1"/>
          <p:nvPr>
            <p:ph idx="4" type="subTitle"/>
          </p:nvPr>
        </p:nvSpPr>
        <p:spPr>
          <a:xfrm>
            <a:off x="228600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04" name="Google Shape;304;p34"/>
          <p:cNvSpPr txBox="1"/>
          <p:nvPr>
            <p:ph idx="5" type="subTitle"/>
          </p:nvPr>
        </p:nvSpPr>
        <p:spPr>
          <a:xfrm>
            <a:off x="230075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05" name="Google Shape;305;p34"/>
          <p:cNvSpPr txBox="1"/>
          <p:nvPr>
            <p:ph idx="6" type="subTitle"/>
          </p:nvPr>
        </p:nvSpPr>
        <p:spPr>
          <a:xfrm>
            <a:off x="1983338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06" name="Google Shape;306;p34"/>
          <p:cNvSpPr txBox="1"/>
          <p:nvPr>
            <p:ph idx="7" type="subTitle"/>
          </p:nvPr>
        </p:nvSpPr>
        <p:spPr>
          <a:xfrm>
            <a:off x="1984813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07" name="Google Shape;307;p34"/>
          <p:cNvSpPr txBox="1"/>
          <p:nvPr>
            <p:ph idx="8" type="subTitle"/>
          </p:nvPr>
        </p:nvSpPr>
        <p:spPr>
          <a:xfrm>
            <a:off x="3739563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08" name="Google Shape;308;p34"/>
          <p:cNvSpPr txBox="1"/>
          <p:nvPr>
            <p:ph idx="9" type="subTitle"/>
          </p:nvPr>
        </p:nvSpPr>
        <p:spPr>
          <a:xfrm>
            <a:off x="3741038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09" name="Google Shape;309;p34"/>
          <p:cNvSpPr txBox="1"/>
          <p:nvPr>
            <p:ph idx="13" type="subTitle"/>
          </p:nvPr>
        </p:nvSpPr>
        <p:spPr>
          <a:xfrm>
            <a:off x="228600" y="3211175"/>
            <a:ext cx="31302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310" name="Google Shape;310;p34"/>
          <p:cNvSpPr txBox="1"/>
          <p:nvPr>
            <p:ph idx="14" type="subTitle"/>
          </p:nvPr>
        </p:nvSpPr>
        <p:spPr>
          <a:xfrm>
            <a:off x="228600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11" name="Google Shape;311;p34"/>
          <p:cNvSpPr txBox="1"/>
          <p:nvPr>
            <p:ph idx="15" type="subTitle"/>
          </p:nvPr>
        </p:nvSpPr>
        <p:spPr>
          <a:xfrm>
            <a:off x="230075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2" name="Google Shape;312;p34"/>
          <p:cNvSpPr txBox="1"/>
          <p:nvPr>
            <p:ph idx="16" type="subTitle"/>
          </p:nvPr>
        </p:nvSpPr>
        <p:spPr>
          <a:xfrm>
            <a:off x="1983338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13" name="Google Shape;313;p34"/>
          <p:cNvSpPr txBox="1"/>
          <p:nvPr>
            <p:ph idx="17" type="subTitle"/>
          </p:nvPr>
        </p:nvSpPr>
        <p:spPr>
          <a:xfrm>
            <a:off x="1984813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4" name="Google Shape;314;p34"/>
          <p:cNvSpPr txBox="1"/>
          <p:nvPr>
            <p:ph idx="18" type="subTitle"/>
          </p:nvPr>
        </p:nvSpPr>
        <p:spPr>
          <a:xfrm>
            <a:off x="3739563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15" name="Google Shape;315;p34"/>
          <p:cNvSpPr txBox="1"/>
          <p:nvPr>
            <p:ph idx="19" type="subTitle"/>
          </p:nvPr>
        </p:nvSpPr>
        <p:spPr>
          <a:xfrm>
            <a:off x="3741038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6" name="Google Shape;316;p34"/>
          <p:cNvSpPr txBox="1"/>
          <p:nvPr>
            <p:ph idx="20" type="subTitle"/>
          </p:nvPr>
        </p:nvSpPr>
        <p:spPr>
          <a:xfrm>
            <a:off x="228600" y="1718663"/>
            <a:ext cx="31302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Alt 1">
  <p:cSld name="CUSTOM_8_1_1_1_1_1_1_1_1_1_1_1_1_1_1_1_1_1_1_1_1_1_1_1_1_1_1_1_1_1_1_1_1_1_1_1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19" name="Google Shape;319;p35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20" name="Google Shape;320;p35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21" name="Google Shape;321;p35"/>
          <p:cNvSpPr txBox="1"/>
          <p:nvPr>
            <p:ph idx="1" type="subTitle"/>
          </p:nvPr>
        </p:nvSpPr>
        <p:spPr>
          <a:xfrm>
            <a:off x="228600" y="792994"/>
            <a:ext cx="3130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2" name="Google Shape;322;p35"/>
          <p:cNvSpPr txBox="1"/>
          <p:nvPr>
            <p:ph idx="4" type="subTitle"/>
          </p:nvPr>
        </p:nvSpPr>
        <p:spPr>
          <a:xfrm>
            <a:off x="419070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23" name="Google Shape;323;p35"/>
          <p:cNvSpPr txBox="1"/>
          <p:nvPr>
            <p:ph idx="5" type="subTitle"/>
          </p:nvPr>
        </p:nvSpPr>
        <p:spPr>
          <a:xfrm>
            <a:off x="419075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4" name="Google Shape;324;p35"/>
          <p:cNvSpPr txBox="1"/>
          <p:nvPr>
            <p:ph idx="6" type="subTitle"/>
          </p:nvPr>
        </p:nvSpPr>
        <p:spPr>
          <a:xfrm>
            <a:off x="419076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5" name="Google Shape;325;p35"/>
          <p:cNvSpPr txBox="1"/>
          <p:nvPr>
            <p:ph idx="7" type="subTitle"/>
          </p:nvPr>
        </p:nvSpPr>
        <p:spPr>
          <a:xfrm>
            <a:off x="26244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26" name="Google Shape;326;p35"/>
          <p:cNvSpPr txBox="1"/>
          <p:nvPr>
            <p:ph idx="8" type="subTitle"/>
          </p:nvPr>
        </p:nvSpPr>
        <p:spPr>
          <a:xfrm>
            <a:off x="26244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7" name="Google Shape;327;p35"/>
          <p:cNvSpPr txBox="1"/>
          <p:nvPr>
            <p:ph idx="9" type="subTitle"/>
          </p:nvPr>
        </p:nvSpPr>
        <p:spPr>
          <a:xfrm>
            <a:off x="26244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8" name="Google Shape;328;p35"/>
          <p:cNvSpPr txBox="1"/>
          <p:nvPr>
            <p:ph idx="13" type="subTitle"/>
          </p:nvPr>
        </p:nvSpPr>
        <p:spPr>
          <a:xfrm>
            <a:off x="4815495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29" name="Google Shape;329;p35"/>
          <p:cNvSpPr txBox="1"/>
          <p:nvPr>
            <p:ph idx="14" type="subTitle"/>
          </p:nvPr>
        </p:nvSpPr>
        <p:spPr>
          <a:xfrm>
            <a:off x="4815500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30" name="Google Shape;330;p35"/>
          <p:cNvSpPr txBox="1"/>
          <p:nvPr>
            <p:ph idx="15" type="subTitle"/>
          </p:nvPr>
        </p:nvSpPr>
        <p:spPr>
          <a:xfrm>
            <a:off x="4815501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31" name="Google Shape;331;p35"/>
          <p:cNvSpPr txBox="1"/>
          <p:nvPr>
            <p:ph idx="16" type="subTitle"/>
          </p:nvPr>
        </p:nvSpPr>
        <p:spPr>
          <a:xfrm>
            <a:off x="70066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32" name="Google Shape;332;p35"/>
          <p:cNvSpPr txBox="1"/>
          <p:nvPr>
            <p:ph idx="17" type="subTitle"/>
          </p:nvPr>
        </p:nvSpPr>
        <p:spPr>
          <a:xfrm>
            <a:off x="70066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33" name="Google Shape;333;p35"/>
          <p:cNvSpPr txBox="1"/>
          <p:nvPr>
            <p:ph idx="18" type="subTitle"/>
          </p:nvPr>
        </p:nvSpPr>
        <p:spPr>
          <a:xfrm>
            <a:off x="70066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display 2">
  <p:cSld name="CUSTOM_8_1_1_1_1_1_1_1_1_1_1_1_1_1_1_1_1_1_1_1_1_1_1_1_1_1_1_1_1_1_1_1_1_1_1_2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6"/>
          <p:cNvSpPr/>
          <p:nvPr/>
        </p:nvSpPr>
        <p:spPr>
          <a:xfrm rot="-5400000">
            <a:off x="0" y="816600"/>
            <a:ext cx="4326900" cy="432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36" name="Google Shape;336;p36"/>
          <p:cNvSpPr/>
          <p:nvPr/>
        </p:nvSpPr>
        <p:spPr>
          <a:xfrm rot="5400000">
            <a:off x="4817100" y="0"/>
            <a:ext cx="4326900" cy="43269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37" name="Google Shape;337;p3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38" name="Google Shape;338;p3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39" name="Google Shape;339;p36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40" name="Google Shape;340;p36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41" name="Google Shape;341;p36"/>
          <p:cNvSpPr txBox="1"/>
          <p:nvPr>
            <p:ph idx="4" type="subTitle"/>
          </p:nvPr>
        </p:nvSpPr>
        <p:spPr>
          <a:xfrm>
            <a:off x="4056600" y="26885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42" name="Google Shape;342;p36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43" name="Google Shape;343;p36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44" name="Google Shape;344;p36"/>
          <p:cNvSpPr txBox="1"/>
          <p:nvPr>
            <p:ph idx="7" type="subTitle"/>
          </p:nvPr>
        </p:nvSpPr>
        <p:spPr>
          <a:xfrm>
            <a:off x="1621775" y="27017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45" name="Google Shape;345;p36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46" name="Google Shape;346;p36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47" name="Google Shape;347;p36"/>
          <p:cNvSpPr txBox="1"/>
          <p:nvPr>
            <p:ph idx="13" type="subTitle"/>
          </p:nvPr>
        </p:nvSpPr>
        <p:spPr>
          <a:xfrm>
            <a:off x="6491425" y="26885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48" name="Google Shape;348;p36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2">
  <p:cSld name="CUSTOM_8_1_1_1_1_1_1_1_1_1_1_1_1_1_1_1_1_1_1_1_1_1_1_1_1_1_1_1_1_1_1_1_1_1_1_1_1_1"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7"/>
          <p:cNvSpPr/>
          <p:nvPr/>
        </p:nvSpPr>
        <p:spPr>
          <a:xfrm rot="5400000">
            <a:off x="5473500" y="0"/>
            <a:ext cx="3670500" cy="36705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51" name="Google Shape;351;p3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52" name="Google Shape;352;p37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53" name="Google Shape;353;p37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4" name="Google Shape;354;p37"/>
          <p:cNvSpPr txBox="1"/>
          <p:nvPr>
            <p:ph idx="1" type="subTitle"/>
          </p:nvPr>
        </p:nvSpPr>
        <p:spPr>
          <a:xfrm>
            <a:off x="228600" y="792994"/>
            <a:ext cx="3130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55" name="Google Shape;355;p37"/>
          <p:cNvSpPr txBox="1"/>
          <p:nvPr>
            <p:ph idx="4" type="title"/>
          </p:nvPr>
        </p:nvSpPr>
        <p:spPr>
          <a:xfrm>
            <a:off x="91525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6" name="Google Shape;356;p37"/>
          <p:cNvSpPr txBox="1"/>
          <p:nvPr>
            <p:ph idx="5" type="title"/>
          </p:nvPr>
        </p:nvSpPr>
        <p:spPr>
          <a:xfrm>
            <a:off x="284950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7" name="Google Shape;357;p37"/>
          <p:cNvSpPr txBox="1"/>
          <p:nvPr>
            <p:ph idx="6" type="title"/>
          </p:nvPr>
        </p:nvSpPr>
        <p:spPr>
          <a:xfrm>
            <a:off x="429895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8" name="Google Shape;358;p37"/>
          <p:cNvSpPr txBox="1"/>
          <p:nvPr>
            <p:ph idx="7" type="title"/>
          </p:nvPr>
        </p:nvSpPr>
        <p:spPr>
          <a:xfrm>
            <a:off x="729850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59" name="Google Shape;359;p37"/>
          <p:cNvSpPr txBox="1"/>
          <p:nvPr>
            <p:ph idx="8" type="subTitle"/>
          </p:nvPr>
        </p:nvSpPr>
        <p:spPr>
          <a:xfrm>
            <a:off x="442900" y="3172725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0" name="Google Shape;360;p37"/>
          <p:cNvSpPr txBox="1"/>
          <p:nvPr>
            <p:ph idx="9" type="subTitle"/>
          </p:nvPr>
        </p:nvSpPr>
        <p:spPr>
          <a:xfrm>
            <a:off x="442900" y="3418396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61" name="Google Shape;361;p37"/>
          <p:cNvSpPr txBox="1"/>
          <p:nvPr>
            <p:ph idx="13" type="body"/>
          </p:nvPr>
        </p:nvSpPr>
        <p:spPr>
          <a:xfrm>
            <a:off x="442898" y="3850550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62" name="Google Shape;362;p37"/>
          <p:cNvSpPr txBox="1"/>
          <p:nvPr>
            <p:ph idx="14" type="subTitle"/>
          </p:nvPr>
        </p:nvSpPr>
        <p:spPr>
          <a:xfrm>
            <a:off x="3201413" y="3173750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3" name="Google Shape;363;p37"/>
          <p:cNvSpPr txBox="1"/>
          <p:nvPr>
            <p:ph idx="15" type="subTitle"/>
          </p:nvPr>
        </p:nvSpPr>
        <p:spPr>
          <a:xfrm>
            <a:off x="3201413" y="3419421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64" name="Google Shape;364;p37"/>
          <p:cNvSpPr txBox="1"/>
          <p:nvPr>
            <p:ph idx="16" type="body"/>
          </p:nvPr>
        </p:nvSpPr>
        <p:spPr>
          <a:xfrm>
            <a:off x="3201411" y="3851575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65" name="Google Shape;365;p37"/>
          <p:cNvSpPr txBox="1"/>
          <p:nvPr>
            <p:ph idx="17" type="subTitle"/>
          </p:nvPr>
        </p:nvSpPr>
        <p:spPr>
          <a:xfrm>
            <a:off x="4652727" y="3173750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6" name="Google Shape;366;p37"/>
          <p:cNvSpPr txBox="1"/>
          <p:nvPr>
            <p:ph idx="18" type="subTitle"/>
          </p:nvPr>
        </p:nvSpPr>
        <p:spPr>
          <a:xfrm>
            <a:off x="4652727" y="3419421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67" name="Google Shape;367;p37"/>
          <p:cNvSpPr txBox="1"/>
          <p:nvPr>
            <p:ph idx="19" type="body"/>
          </p:nvPr>
        </p:nvSpPr>
        <p:spPr>
          <a:xfrm>
            <a:off x="4652725" y="3851575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68" name="Google Shape;368;p37"/>
          <p:cNvSpPr txBox="1"/>
          <p:nvPr>
            <p:ph idx="20" type="subTitle"/>
          </p:nvPr>
        </p:nvSpPr>
        <p:spPr>
          <a:xfrm>
            <a:off x="7646687" y="3172725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69" name="Google Shape;369;p37"/>
          <p:cNvSpPr txBox="1"/>
          <p:nvPr>
            <p:ph idx="21" type="subTitle"/>
          </p:nvPr>
        </p:nvSpPr>
        <p:spPr>
          <a:xfrm>
            <a:off x="7646687" y="3418396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70" name="Google Shape;370;p37"/>
          <p:cNvSpPr txBox="1"/>
          <p:nvPr>
            <p:ph idx="22" type="body"/>
          </p:nvPr>
        </p:nvSpPr>
        <p:spPr>
          <a:xfrm>
            <a:off x="7646686" y="3850550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- Alt 2">
  <p:cSld name="CUSTOM_8_1_1_1_1_1_1_1_1_1_1_1_1_1_1_1_1_1_1_1_1_1_1_1_1_1_1_1_1_1_1_2_1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8"/>
          <p:cNvSpPr/>
          <p:nvPr/>
        </p:nvSpPr>
        <p:spPr>
          <a:xfrm rot="-5400000">
            <a:off x="0" y="816600"/>
            <a:ext cx="4326900" cy="432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3" name="Google Shape;373;p38"/>
          <p:cNvSpPr/>
          <p:nvPr/>
        </p:nvSpPr>
        <p:spPr>
          <a:xfrm rot="5400000">
            <a:off x="4817100" y="0"/>
            <a:ext cx="4326900" cy="43269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4" name="Google Shape;374;p3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75" name="Google Shape;375;p3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76" name="Google Shape;376;p38"/>
          <p:cNvSpPr/>
          <p:nvPr/>
        </p:nvSpPr>
        <p:spPr>
          <a:xfrm>
            <a:off x="228650" y="457200"/>
            <a:ext cx="8686800" cy="4226400"/>
          </a:xfrm>
          <a:prstGeom prst="roundRect">
            <a:avLst>
              <a:gd fmla="val 682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v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7" name="Google Shape;377;p38"/>
          <p:cNvSpPr txBox="1"/>
          <p:nvPr>
            <p:ph idx="3" type="title"/>
          </p:nvPr>
        </p:nvSpPr>
        <p:spPr>
          <a:xfrm>
            <a:off x="1254050" y="1703407"/>
            <a:ext cx="6636000" cy="127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78" name="Google Shape;378;p38"/>
          <p:cNvSpPr txBox="1"/>
          <p:nvPr>
            <p:ph idx="1" type="subTitle"/>
          </p:nvPr>
        </p:nvSpPr>
        <p:spPr>
          <a:xfrm>
            <a:off x="1643100" y="2881050"/>
            <a:ext cx="5857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81" name="Google Shape;381;p3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6" name="Google Shape;386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9" name="Google Shape;389;p4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4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5" name="Google Shape;395;p4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5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0" name="Google Shape;400;p4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1" name="Google Shape;401;p4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4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06" name="Google Shape;406;p4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0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0" name="Google Shape;410;p50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1" name="Google Shape;411;p50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2" name="Google Shape;412;p50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3" name="Google Shape;413;p50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4" name="Google Shape;414;p50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5" name="Google Shape;415;p50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8" name="Google Shape;418;p51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9" name="Google Shape;419;p51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2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22" name="Google Shape;422;p52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3" name="Google Shape;423;p52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4" name="Google Shape;424;p52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5" name="Google Shape;425;p52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3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8" name="Google Shape;428;p53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9" name="Google Shape;429;p5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30" name="Google Shape;430;p53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1" name="Google Shape;431;p53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2" name="Google Shape;432;p53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3" name="Google Shape;433;p53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4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6" name="Google Shape;436;p54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7" name="Google Shape;437;p54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8" name="Google Shape;438;p54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9" name="Google Shape;439;p54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40" name="Google Shape;440;p54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1" name="Google Shape;441;p54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2" name="Google Shape;442;p54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3" name="Google Shape;443;p54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6" name="Google Shape;446;p55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56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9" name="Google Shape;449;p56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56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56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2" name="Google Shape;452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3" name="Google Shape;453;p56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4" name="Google Shape;454;p56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7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7" name="Google Shape;457;p57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7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9" name="Google Shape;459;p57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0" name="Google Shape;460;p57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7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2" name="Google Shape;462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3" name="Google Shape;463;p57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64" name="Google Shape;464;p57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65" name="Google Shape;465;p57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8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9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59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59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2" name="Google Shape;472;p59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59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4" name="Google Shape;474;p59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5" name="Google Shape;475;p59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59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9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8" name="Google Shape;478;p59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31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33.xml"/><Relationship Id="rId44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32.xml"/><Relationship Id="rId43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35.xml"/><Relationship Id="rId46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34.xml"/><Relationship Id="rId45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47" Type="http://schemas.openxmlformats.org/officeDocument/2006/relationships/theme" Target="../theme/theme1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37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25.xml"/><Relationship Id="rId3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28.xml"/><Relationship Id="rId39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27.xml"/><Relationship Id="rId38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7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228600" y="2881050"/>
            <a:ext cx="4296600" cy="19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3" type="title"/>
          </p:nvPr>
        </p:nvSpPr>
        <p:spPr>
          <a:xfrm>
            <a:off x="371825" y="149825"/>
            <a:ext cx="6212400" cy="23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Figtree"/>
              <a:buNone/>
              <a:defRPr sz="56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065">
          <p15:clr>
            <a:srgbClr val="E46962"/>
          </p15:clr>
        </p15:guide>
        <p15:guide id="8" pos="1010">
          <p15:clr>
            <a:srgbClr val="E46962"/>
          </p15:clr>
        </p15:guide>
        <p15:guide id="9" pos="4695">
          <p15:clr>
            <a:srgbClr val="E46962"/>
          </p15:clr>
        </p15:guide>
        <p15:guide id="10" pos="4750">
          <p15:clr>
            <a:srgbClr val="E46962"/>
          </p15:clr>
        </p15:guide>
        <p15:guide id="11" pos="3774">
          <p15:clr>
            <a:srgbClr val="E46962"/>
          </p15:clr>
        </p15:guide>
        <p15:guide id="12" pos="3828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60"/>
          <p:cNvSpPr txBox="1"/>
          <p:nvPr>
            <p:ph idx="3" type="title"/>
          </p:nvPr>
        </p:nvSpPr>
        <p:spPr>
          <a:xfrm>
            <a:off x="189618" y="1545733"/>
            <a:ext cx="8278500" cy="1444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0"/>
              <a:t>A Smart Recovery Portal</a:t>
            </a:r>
            <a:endParaRPr sz="5800"/>
          </a:p>
        </p:txBody>
      </p:sp>
      <p:sp>
        <p:nvSpPr>
          <p:cNvPr id="484" name="Google Shape;484;p60"/>
          <p:cNvSpPr txBox="1"/>
          <p:nvPr>
            <p:ph type="title"/>
          </p:nvPr>
        </p:nvSpPr>
        <p:spPr>
          <a:xfrm>
            <a:off x="228225" y="4579187"/>
            <a:ext cx="7310400" cy="40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EXECUTIVE RECOMMENDATION - FOR EXECUTIVES’ EYES ONLY</a:t>
            </a:r>
            <a:endParaRPr/>
          </a:p>
        </p:txBody>
      </p:sp>
      <p:sp>
        <p:nvSpPr>
          <p:cNvPr id="485" name="Google Shape;485;p60"/>
          <p:cNvSpPr txBox="1"/>
          <p:nvPr>
            <p:ph idx="1" type="subTitle"/>
          </p:nvPr>
        </p:nvSpPr>
        <p:spPr>
          <a:xfrm>
            <a:off x="228225" y="129820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 Koh</a:t>
            </a:r>
            <a:endParaRPr/>
          </a:p>
        </p:txBody>
      </p:sp>
      <p:sp>
        <p:nvSpPr>
          <p:cNvPr id="486" name="Google Shape;486;p60"/>
          <p:cNvSpPr txBox="1"/>
          <p:nvPr>
            <p:ph idx="2" type="subTitle"/>
          </p:nvPr>
        </p:nvSpPr>
        <p:spPr>
          <a:xfrm>
            <a:off x="228225" y="107945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17.04.26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6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GOAL</a:t>
            </a:r>
            <a:endParaRPr/>
          </a:p>
        </p:txBody>
      </p:sp>
      <p:sp>
        <p:nvSpPr>
          <p:cNvPr id="492" name="Google Shape;492;p6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493" name="Google Shape;493;p61"/>
          <p:cNvSpPr txBox="1"/>
          <p:nvPr>
            <p:ph idx="1" type="subTitle"/>
          </p:nvPr>
        </p:nvSpPr>
        <p:spPr>
          <a:xfrm>
            <a:off x="230075" y="619347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SHOULD WE DO?</a:t>
            </a:r>
            <a:endParaRPr/>
          </a:p>
        </p:txBody>
      </p:sp>
      <p:sp>
        <p:nvSpPr>
          <p:cNvPr id="494" name="Google Shape;494;p61"/>
          <p:cNvSpPr txBox="1"/>
          <p:nvPr>
            <p:ph idx="3" type="title"/>
          </p:nvPr>
        </p:nvSpPr>
        <p:spPr>
          <a:xfrm>
            <a:off x="228600" y="1047749"/>
            <a:ext cx="8463000" cy="386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I</a:t>
            </a:r>
            <a:r>
              <a:rPr lang="en" sz="3000"/>
              <a:t> recommend we build a </a:t>
            </a:r>
            <a:r>
              <a:rPr lang="en" sz="3000" u="sng">
                <a:latin typeface="Figtree ExtraBold"/>
                <a:ea typeface="Figtree ExtraBold"/>
                <a:cs typeface="Figtree ExtraBold"/>
                <a:sym typeface="Figtree ExtraBold"/>
              </a:rPr>
              <a:t>web portal</a:t>
            </a:r>
            <a:r>
              <a:rPr lang="en" sz="3000"/>
              <a:t> to:</a:t>
            </a:r>
            <a:endParaRPr sz="3000"/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Char char="-"/>
            </a:pPr>
            <a:r>
              <a:rPr lang="en" sz="3000"/>
              <a:t>G</a:t>
            </a:r>
            <a:r>
              <a:rPr lang="en" sz="3000"/>
              <a:t>ive customers self</a:t>
            </a:r>
            <a:r>
              <a:rPr lang="en" sz="3000"/>
              <a:t>-</a:t>
            </a:r>
            <a:r>
              <a:rPr lang="en" sz="3000"/>
              <a:t>service abilities to repay debt</a:t>
            </a:r>
            <a:endParaRPr sz="3000"/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Char char="-"/>
            </a:pPr>
            <a:r>
              <a:rPr lang="en" sz="3000"/>
              <a:t>Gi</a:t>
            </a:r>
            <a:r>
              <a:rPr lang="en" sz="3000"/>
              <a:t>ve agents full customers histories to serve customers more quickly and with greater skill</a:t>
            </a:r>
            <a:endParaRPr sz="3000"/>
          </a:p>
          <a:p>
            <a:pPr indent="-419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Char char="-"/>
            </a:pPr>
            <a:r>
              <a:rPr lang="en" sz="3000"/>
              <a:t>Give managers precise visibility on accounts to see revenue gain opportunities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62"/>
          <p:cNvSpPr/>
          <p:nvPr/>
        </p:nvSpPr>
        <p:spPr>
          <a:xfrm>
            <a:off x="228738" y="3651192"/>
            <a:ext cx="8686500" cy="887400"/>
          </a:xfrm>
          <a:prstGeom prst="roundRect">
            <a:avLst>
              <a:gd fmla="val 7911" name="adj"/>
            </a:avLst>
          </a:prstGeom>
          <a:solidFill>
            <a:schemeClr val="lt1"/>
          </a:solidFill>
          <a:ln>
            <a:noFill/>
          </a:ln>
          <a:effectLst>
            <a:outerShdw blurRad="185738" rotWithShape="0" algn="bl">
              <a:schemeClr val="lt2">
                <a:alpha val="64999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00" name="Google Shape;500;p62"/>
          <p:cNvSpPr/>
          <p:nvPr/>
        </p:nvSpPr>
        <p:spPr>
          <a:xfrm>
            <a:off x="228750" y="1142175"/>
            <a:ext cx="8686500" cy="887400"/>
          </a:xfrm>
          <a:prstGeom prst="roundRect">
            <a:avLst>
              <a:gd fmla="val 6822" name="adj"/>
            </a:avLst>
          </a:prstGeom>
          <a:solidFill>
            <a:schemeClr val="lt1"/>
          </a:solidFill>
          <a:ln>
            <a:noFill/>
          </a:ln>
          <a:effectLst>
            <a:outerShdw blurRad="185738" rotWithShape="0" algn="bl">
              <a:schemeClr val="lt2">
                <a:alpha val="64999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v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01" name="Google Shape;501;p6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REASONS</a:t>
            </a:r>
            <a:endParaRPr/>
          </a:p>
        </p:txBody>
      </p:sp>
      <p:sp>
        <p:nvSpPr>
          <p:cNvPr id="502" name="Google Shape;502;p62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03" name="Google Shape;503;p62"/>
          <p:cNvSpPr txBox="1"/>
          <p:nvPr>
            <p:ph idx="5" type="body"/>
          </p:nvPr>
        </p:nvSpPr>
        <p:spPr>
          <a:xfrm>
            <a:off x="4637600" y="387034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Our systems are old, unconsolidated and opaque 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and pose a massive risk for </a:t>
            </a:r>
            <a:r>
              <a:rPr lang="en" sz="1400" u="sng"/>
              <a:t>audit compliance</a:t>
            </a:r>
            <a:r>
              <a:rPr lang="en" sz="1400"/>
              <a:t>, not to mention to our </a:t>
            </a:r>
            <a:r>
              <a:rPr lang="en" sz="1400" u="sng"/>
              <a:t>revenue figures</a:t>
            </a:r>
            <a:endParaRPr sz="1400" u="sng"/>
          </a:p>
        </p:txBody>
      </p:sp>
      <p:sp>
        <p:nvSpPr>
          <p:cNvPr id="504" name="Google Shape;504;p62"/>
          <p:cNvSpPr txBox="1"/>
          <p:nvPr>
            <p:ph idx="6" type="subTitle"/>
          </p:nvPr>
        </p:nvSpPr>
        <p:spPr>
          <a:xfrm>
            <a:off x="1603898" y="3886967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600"/>
              <a:t>Lack of visibility</a:t>
            </a:r>
            <a:endParaRPr sz="1600"/>
          </a:p>
        </p:txBody>
      </p:sp>
      <p:sp>
        <p:nvSpPr>
          <p:cNvPr id="505" name="Google Shape;505;p62"/>
          <p:cNvSpPr txBox="1"/>
          <p:nvPr>
            <p:ph idx="7" type="subTitle"/>
          </p:nvPr>
        </p:nvSpPr>
        <p:spPr>
          <a:xfrm>
            <a:off x="330825" y="373339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06" name="Google Shape;506;p62"/>
          <p:cNvSpPr txBox="1"/>
          <p:nvPr>
            <p:ph idx="8" type="body"/>
          </p:nvPr>
        </p:nvSpPr>
        <p:spPr>
          <a:xfrm>
            <a:off x="4637600" y="2615847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Over the years, many manual workarounds to a poor system have evolved and agents are </a:t>
            </a:r>
            <a:r>
              <a:rPr lang="en" sz="1400"/>
              <a:t>frustrated, slowed down and often spending hours validating the data they should be able to trust</a:t>
            </a:r>
            <a:endParaRPr sz="1400"/>
          </a:p>
        </p:txBody>
      </p:sp>
      <p:sp>
        <p:nvSpPr>
          <p:cNvPr id="507" name="Google Shape;507;p62"/>
          <p:cNvSpPr txBox="1"/>
          <p:nvPr>
            <p:ph idx="9" type="subTitle"/>
          </p:nvPr>
        </p:nvSpPr>
        <p:spPr>
          <a:xfrm>
            <a:off x="1603898" y="2632470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600"/>
              <a:t>Agent overload</a:t>
            </a:r>
            <a:endParaRPr sz="1600"/>
          </a:p>
        </p:txBody>
      </p:sp>
      <p:sp>
        <p:nvSpPr>
          <p:cNvPr id="508" name="Google Shape;508;p62"/>
          <p:cNvSpPr txBox="1"/>
          <p:nvPr>
            <p:ph idx="13" type="subTitle"/>
          </p:nvPr>
        </p:nvSpPr>
        <p:spPr>
          <a:xfrm>
            <a:off x="330825" y="2478899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09" name="Google Shape;509;p62"/>
          <p:cNvSpPr txBox="1"/>
          <p:nvPr>
            <p:ph idx="14" type="body"/>
          </p:nvPr>
        </p:nvSpPr>
        <p:spPr>
          <a:xfrm>
            <a:off x="4637600" y="1361325"/>
            <a:ext cx="40896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Today, approx. </a:t>
            </a:r>
            <a:r>
              <a:rPr lang="en" sz="1400" u="sng"/>
              <a:t>15% of </a:t>
            </a:r>
            <a:r>
              <a:rPr lang="en" sz="1400" u="sng"/>
              <a:t>revenue</a:t>
            </a:r>
            <a:r>
              <a:rPr lang="en" sz="1400" u="sng"/>
              <a:t> is lost</a:t>
            </a:r>
            <a:r>
              <a:rPr lang="en" sz="1400"/>
              <a:t> from missed or delayed follow-ups, according to finance estimates</a:t>
            </a:r>
            <a:endParaRPr sz="1400"/>
          </a:p>
        </p:txBody>
      </p:sp>
      <p:sp>
        <p:nvSpPr>
          <p:cNvPr id="510" name="Google Shape;510;p62"/>
          <p:cNvSpPr txBox="1"/>
          <p:nvPr>
            <p:ph idx="15" type="subTitle"/>
          </p:nvPr>
        </p:nvSpPr>
        <p:spPr>
          <a:xfrm>
            <a:off x="1603898" y="1377949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Revenue Leakage</a:t>
            </a:r>
            <a:endParaRPr sz="1600"/>
          </a:p>
        </p:txBody>
      </p:sp>
      <p:sp>
        <p:nvSpPr>
          <p:cNvPr id="511" name="Google Shape;511;p62"/>
          <p:cNvSpPr txBox="1"/>
          <p:nvPr>
            <p:ph idx="16" type="subTitle"/>
          </p:nvPr>
        </p:nvSpPr>
        <p:spPr>
          <a:xfrm>
            <a:off x="330825" y="1224378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12" name="Google Shape;512;p62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SHOULD WE DO IT?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63"/>
          <p:cNvSpPr/>
          <p:nvPr/>
        </p:nvSpPr>
        <p:spPr>
          <a:xfrm>
            <a:off x="80322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18" name="Google Shape;518;p63"/>
          <p:cNvSpPr/>
          <p:nvPr/>
        </p:nvSpPr>
        <p:spPr>
          <a:xfrm>
            <a:off x="3238050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19" name="Google Shape;519;p63"/>
          <p:cNvSpPr/>
          <p:nvPr/>
        </p:nvSpPr>
        <p:spPr>
          <a:xfrm>
            <a:off x="567287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cxnSp>
        <p:nvCxnSpPr>
          <p:cNvPr id="520" name="Google Shape;520;p63"/>
          <p:cNvCxnSpPr>
            <a:stCxn id="517" idx="1"/>
          </p:cNvCxnSpPr>
          <p:nvPr/>
        </p:nvCxnSpPr>
        <p:spPr>
          <a:xfrm rot="10800000">
            <a:off x="12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521" name="Google Shape;521;p63"/>
          <p:cNvCxnSpPr>
            <a:stCxn id="519" idx="3"/>
          </p:cNvCxnSpPr>
          <p:nvPr/>
        </p:nvCxnSpPr>
        <p:spPr>
          <a:xfrm>
            <a:off x="834077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522" name="Google Shape;522;p63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LEAKAGE</a:t>
            </a:r>
            <a:endParaRPr/>
          </a:p>
        </p:txBody>
      </p:sp>
      <p:sp>
        <p:nvSpPr>
          <p:cNvPr id="523" name="Google Shape;523;p6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METRICS </a:t>
            </a:r>
            <a:endParaRPr/>
          </a:p>
        </p:txBody>
      </p:sp>
      <p:sp>
        <p:nvSpPr>
          <p:cNvPr id="524" name="Google Shape;524;p6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25" name="Google Shape;525;p63"/>
          <p:cNvSpPr txBox="1"/>
          <p:nvPr/>
        </p:nvSpPr>
        <p:spPr>
          <a:xfrm>
            <a:off x="6365425" y="2712256"/>
            <a:ext cx="1282800" cy="4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+4%</a:t>
            </a:r>
            <a:endParaRPr sz="30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26" name="Google Shape;526;p63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leakage</a:t>
            </a:r>
            <a:endParaRPr/>
          </a:p>
        </p:txBody>
      </p:sp>
      <p:sp>
        <p:nvSpPr>
          <p:cNvPr id="527" name="Google Shape;527;p63"/>
          <p:cNvSpPr txBox="1"/>
          <p:nvPr>
            <p:ph idx="4" type="subTitle"/>
          </p:nvPr>
        </p:nvSpPr>
        <p:spPr>
          <a:xfrm>
            <a:off x="4009650" y="2766525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~15%</a:t>
            </a:r>
            <a:endParaRPr/>
          </a:p>
        </p:txBody>
      </p:sp>
      <p:sp>
        <p:nvSpPr>
          <p:cNvPr id="528" name="Google Shape;528;p63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Finance teams estimate from customer-led payment plan selection</a:t>
            </a:r>
            <a:endParaRPr/>
          </a:p>
        </p:txBody>
      </p:sp>
      <p:sp>
        <p:nvSpPr>
          <p:cNvPr id="529" name="Google Shape;529;p63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Follow-up rate</a:t>
            </a:r>
            <a:endParaRPr/>
          </a:p>
        </p:txBody>
      </p:sp>
      <p:sp>
        <p:nvSpPr>
          <p:cNvPr id="530" name="Google Shape;530;p63"/>
          <p:cNvSpPr txBox="1"/>
          <p:nvPr>
            <p:ph idx="7" type="subTitle"/>
          </p:nvPr>
        </p:nvSpPr>
        <p:spPr>
          <a:xfrm>
            <a:off x="1574825" y="2766525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14%</a:t>
            </a:r>
            <a:endParaRPr/>
          </a:p>
        </p:txBody>
      </p:sp>
      <p:sp>
        <p:nvSpPr>
          <p:cNvPr id="531" name="Google Shape;531;p63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Customers are inconsistently followed-up, and payment promises can go unchecked or lost</a:t>
            </a:r>
            <a:endParaRPr/>
          </a:p>
        </p:txBody>
      </p:sp>
      <p:sp>
        <p:nvSpPr>
          <p:cNvPr id="532" name="Google Shape;532;p63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uplift</a:t>
            </a:r>
            <a:endParaRPr/>
          </a:p>
        </p:txBody>
      </p:sp>
      <p:sp>
        <p:nvSpPr>
          <p:cNvPr id="533" name="Google Shape;533;p63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Finance teams estimate from customer-led payment plan selection</a:t>
            </a:r>
            <a:endParaRPr/>
          </a:p>
        </p:txBody>
      </p:sp>
      <p:sp>
        <p:nvSpPr>
          <p:cNvPr id="534" name="Google Shape;534;p63"/>
          <p:cNvSpPr txBox="1"/>
          <p:nvPr>
            <p:ph idx="14" type="subTitle"/>
          </p:nvPr>
        </p:nvSpPr>
        <p:spPr>
          <a:xfrm>
            <a:off x="5892775" y="3071250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phase 1</a:t>
            </a:r>
            <a:endParaRPr/>
          </a:p>
        </p:txBody>
      </p:sp>
      <p:sp>
        <p:nvSpPr>
          <p:cNvPr id="535" name="Google Shape;535;p63"/>
          <p:cNvSpPr txBox="1"/>
          <p:nvPr>
            <p:ph idx="14" type="subTitle"/>
          </p:nvPr>
        </p:nvSpPr>
        <p:spPr>
          <a:xfrm>
            <a:off x="3457950" y="3220600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is lost to delays or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missed follow-ups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64"/>
          <p:cNvSpPr/>
          <p:nvPr/>
        </p:nvSpPr>
        <p:spPr>
          <a:xfrm>
            <a:off x="80322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41" name="Google Shape;541;p64"/>
          <p:cNvSpPr/>
          <p:nvPr/>
        </p:nvSpPr>
        <p:spPr>
          <a:xfrm>
            <a:off x="3238050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42" name="Google Shape;542;p64"/>
          <p:cNvSpPr/>
          <p:nvPr/>
        </p:nvSpPr>
        <p:spPr>
          <a:xfrm>
            <a:off x="567287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cxnSp>
        <p:nvCxnSpPr>
          <p:cNvPr id="543" name="Google Shape;543;p64"/>
          <p:cNvCxnSpPr>
            <a:stCxn id="540" idx="1"/>
          </p:cNvCxnSpPr>
          <p:nvPr/>
        </p:nvCxnSpPr>
        <p:spPr>
          <a:xfrm rot="10800000">
            <a:off x="12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544" name="Google Shape;544;p64"/>
          <p:cNvCxnSpPr>
            <a:stCxn id="542" idx="3"/>
          </p:cNvCxnSpPr>
          <p:nvPr/>
        </p:nvCxnSpPr>
        <p:spPr>
          <a:xfrm>
            <a:off x="834077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545" name="Google Shape;545;p6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 OVERLOAD</a:t>
            </a:r>
            <a:endParaRPr/>
          </a:p>
        </p:txBody>
      </p:sp>
      <p:sp>
        <p:nvSpPr>
          <p:cNvPr id="546" name="Google Shape;546;p6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METRICS </a:t>
            </a:r>
            <a:endParaRPr/>
          </a:p>
        </p:txBody>
      </p:sp>
      <p:sp>
        <p:nvSpPr>
          <p:cNvPr id="547" name="Google Shape;547;p6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48" name="Google Shape;548;p64"/>
          <p:cNvSpPr txBox="1"/>
          <p:nvPr/>
        </p:nvSpPr>
        <p:spPr>
          <a:xfrm>
            <a:off x="5892775" y="2748600"/>
            <a:ext cx="22281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7 stakeholders</a:t>
            </a:r>
            <a:endParaRPr sz="30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49" name="Google Shape;549;p64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Wasted time on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straightforward cases</a:t>
            </a:r>
            <a:endParaRPr/>
          </a:p>
        </p:txBody>
      </p:sp>
      <p:sp>
        <p:nvSpPr>
          <p:cNvPr id="550" name="Google Shape;550;p64"/>
          <p:cNvSpPr txBox="1"/>
          <p:nvPr>
            <p:ph idx="4" type="subTitle"/>
          </p:nvPr>
        </p:nvSpPr>
        <p:spPr>
          <a:xfrm>
            <a:off x="3177600" y="2911850"/>
            <a:ext cx="27888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38%</a:t>
            </a:r>
            <a:endParaRPr/>
          </a:p>
        </p:txBody>
      </p:sp>
      <p:sp>
        <p:nvSpPr>
          <p:cNvPr id="551" name="Google Shape;551;p64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Agents are diverted from more complex and higher value cases</a:t>
            </a:r>
            <a:endParaRPr/>
          </a:p>
        </p:txBody>
      </p:sp>
      <p:sp>
        <p:nvSpPr>
          <p:cNvPr id="552" name="Google Shape;552;p64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checking</a:t>
            </a:r>
            <a:endParaRPr/>
          </a:p>
        </p:txBody>
      </p:sp>
      <p:sp>
        <p:nvSpPr>
          <p:cNvPr id="553" name="Google Shape;553;p64"/>
          <p:cNvSpPr txBox="1"/>
          <p:nvPr>
            <p:ph idx="7" type="subTitle"/>
          </p:nvPr>
        </p:nvSpPr>
        <p:spPr>
          <a:xfrm>
            <a:off x="919775" y="2911850"/>
            <a:ext cx="24348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69%</a:t>
            </a:r>
            <a:endParaRPr/>
          </a:p>
        </p:txBody>
      </p:sp>
      <p:sp>
        <p:nvSpPr>
          <p:cNvPr id="554" name="Google Shape;554;p64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Manual queues and trackers disagree - noted by 6 separate stakeholders</a:t>
            </a:r>
            <a:endParaRPr/>
          </a:p>
        </p:txBody>
      </p:sp>
      <p:sp>
        <p:nvSpPr>
          <p:cNvPr id="555" name="Google Shape;555;p64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validation</a:t>
            </a:r>
            <a:endParaRPr/>
          </a:p>
        </p:txBody>
      </p:sp>
      <p:sp>
        <p:nvSpPr>
          <p:cNvPr id="556" name="Google Shape;556;p64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 stakeholders noted agents spend significant time proving work has already been done before acting</a:t>
            </a:r>
            <a:endParaRPr/>
          </a:p>
        </p:txBody>
      </p:sp>
      <p:sp>
        <p:nvSpPr>
          <p:cNvPr id="557" name="Google Shape;557;p64"/>
          <p:cNvSpPr txBox="1"/>
          <p:nvPr/>
        </p:nvSpPr>
        <p:spPr>
          <a:xfrm>
            <a:off x="637175" y="3337800"/>
            <a:ext cx="3000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o</a:t>
            </a: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f cases require 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checking before action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58" name="Google Shape;558;p64"/>
          <p:cNvSpPr txBox="1"/>
          <p:nvPr/>
        </p:nvSpPr>
        <p:spPr>
          <a:xfrm>
            <a:off x="3072000" y="3337800"/>
            <a:ext cx="3000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a</a:t>
            </a: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re simple and 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eligible for automation</a:t>
            </a:r>
            <a:endParaRPr sz="10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65"/>
          <p:cNvSpPr/>
          <p:nvPr/>
        </p:nvSpPr>
        <p:spPr>
          <a:xfrm>
            <a:off x="80322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64" name="Google Shape;564;p65"/>
          <p:cNvSpPr/>
          <p:nvPr/>
        </p:nvSpPr>
        <p:spPr>
          <a:xfrm>
            <a:off x="3238050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65" name="Google Shape;565;p65"/>
          <p:cNvSpPr/>
          <p:nvPr/>
        </p:nvSpPr>
        <p:spPr>
          <a:xfrm>
            <a:off x="5672875" y="1234650"/>
            <a:ext cx="2667900" cy="2674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cxnSp>
        <p:nvCxnSpPr>
          <p:cNvPr id="566" name="Google Shape;566;p65"/>
          <p:cNvCxnSpPr>
            <a:stCxn id="563" idx="1"/>
          </p:cNvCxnSpPr>
          <p:nvPr/>
        </p:nvCxnSpPr>
        <p:spPr>
          <a:xfrm rot="10800000">
            <a:off x="12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567" name="Google Shape;567;p65"/>
          <p:cNvCxnSpPr>
            <a:stCxn id="565" idx="3"/>
          </p:cNvCxnSpPr>
          <p:nvPr/>
        </p:nvCxnSpPr>
        <p:spPr>
          <a:xfrm>
            <a:off x="8340775" y="2571750"/>
            <a:ext cx="803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568" name="Google Shape;568;p65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LACK OF VISIBILITY</a:t>
            </a:r>
            <a:endParaRPr/>
          </a:p>
        </p:txBody>
      </p:sp>
      <p:sp>
        <p:nvSpPr>
          <p:cNvPr id="569" name="Google Shape;569;p6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METRICS </a:t>
            </a:r>
            <a:endParaRPr/>
          </a:p>
        </p:txBody>
      </p:sp>
      <p:sp>
        <p:nvSpPr>
          <p:cNvPr id="570" name="Google Shape;570;p65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</p:txBody>
      </p:sp>
      <p:sp>
        <p:nvSpPr>
          <p:cNvPr id="571" name="Google Shape;571;p65"/>
          <p:cNvSpPr txBox="1"/>
          <p:nvPr/>
        </p:nvSpPr>
        <p:spPr>
          <a:xfrm>
            <a:off x="5892775" y="2742593"/>
            <a:ext cx="2228100" cy="10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6 stakeholders</a:t>
            </a:r>
            <a:endParaRPr sz="30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72" name="Google Shape;572;p65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Promise-to-pay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losses</a:t>
            </a:r>
            <a:endParaRPr/>
          </a:p>
        </p:txBody>
      </p:sp>
      <p:sp>
        <p:nvSpPr>
          <p:cNvPr id="573" name="Google Shape;573;p65"/>
          <p:cNvSpPr txBox="1"/>
          <p:nvPr>
            <p:ph idx="4" type="subTitle"/>
          </p:nvPr>
        </p:nvSpPr>
        <p:spPr>
          <a:xfrm>
            <a:off x="3623850" y="2742600"/>
            <a:ext cx="1896300" cy="100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leakage</a:t>
            </a:r>
            <a:endParaRPr/>
          </a:p>
        </p:txBody>
      </p:sp>
      <p:sp>
        <p:nvSpPr>
          <p:cNvPr id="574" name="Google Shape;574;p65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Spreadsheets and notes are out-of-sync</a:t>
            </a:r>
            <a:endParaRPr/>
          </a:p>
        </p:txBody>
      </p:sp>
      <p:sp>
        <p:nvSpPr>
          <p:cNvPr id="575" name="Google Shape;575;p65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Customers</a:t>
            </a:r>
            <a:endParaRPr/>
          </a:p>
        </p:txBody>
      </p:sp>
      <p:sp>
        <p:nvSpPr>
          <p:cNvPr id="576" name="Google Shape;576;p65"/>
          <p:cNvSpPr txBox="1"/>
          <p:nvPr>
            <p:ph idx="7" type="subTitle"/>
          </p:nvPr>
        </p:nvSpPr>
        <p:spPr>
          <a:xfrm>
            <a:off x="1091075" y="2742600"/>
            <a:ext cx="2092200" cy="79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Customer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frustration</a:t>
            </a:r>
            <a:endParaRPr/>
          </a:p>
        </p:txBody>
      </p:sp>
      <p:sp>
        <p:nvSpPr>
          <p:cNvPr id="577" name="Google Shape;577;p65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Repeat information because records show different details</a:t>
            </a:r>
            <a:endParaRPr/>
          </a:p>
        </p:txBody>
      </p:sp>
      <p:sp>
        <p:nvSpPr>
          <p:cNvPr id="578" name="Google Shape;578;p65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sources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disagree</a:t>
            </a:r>
            <a:endParaRPr/>
          </a:p>
        </p:txBody>
      </p:sp>
      <p:sp>
        <p:nvSpPr>
          <p:cNvPr id="579" name="Google Shape;579;p65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Manual notes, trackers and spreadsheets conflict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66"/>
          <p:cNvSpPr/>
          <p:nvPr/>
        </p:nvSpPr>
        <p:spPr>
          <a:xfrm>
            <a:off x="228600" y="2279529"/>
            <a:ext cx="2085000" cy="22299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85" name="Google Shape;585;p66"/>
          <p:cNvSpPr/>
          <p:nvPr/>
        </p:nvSpPr>
        <p:spPr>
          <a:xfrm>
            <a:off x="2448184" y="2279529"/>
            <a:ext cx="2085000" cy="22299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86" name="Google Shape;586;p66"/>
          <p:cNvSpPr/>
          <p:nvPr/>
        </p:nvSpPr>
        <p:spPr>
          <a:xfrm>
            <a:off x="4639267" y="2279529"/>
            <a:ext cx="2085000" cy="22299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87" name="Google Shape;587;p66"/>
          <p:cNvSpPr/>
          <p:nvPr/>
        </p:nvSpPr>
        <p:spPr>
          <a:xfrm>
            <a:off x="6830350" y="2279529"/>
            <a:ext cx="2085000" cy="2229900"/>
          </a:xfrm>
          <a:prstGeom prst="roundRect">
            <a:avLst>
              <a:gd fmla="val 5265" name="adj"/>
            </a:avLst>
          </a:prstGeom>
          <a:solidFill>
            <a:schemeClr val="lt1"/>
          </a:solidFill>
          <a:ln>
            <a:noFill/>
          </a:ln>
          <a:effectLst>
            <a:outerShdw blurRad="171450" rotWithShape="0" algn="bl">
              <a:schemeClr val="dk2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588" name="Google Shape;588;p6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ROAD MAP</a:t>
            </a:r>
            <a:endParaRPr/>
          </a:p>
        </p:txBody>
      </p:sp>
      <p:sp>
        <p:nvSpPr>
          <p:cNvPr id="589" name="Google Shape;589;p6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 TRUST</a:t>
            </a:r>
            <a:endParaRPr/>
          </a:p>
        </p:txBody>
      </p:sp>
      <p:sp>
        <p:nvSpPr>
          <p:cNvPr id="590" name="Google Shape;590;p66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HOW DO WE DO IT</a:t>
            </a:r>
            <a:endParaRPr/>
          </a:p>
        </p:txBody>
      </p:sp>
      <p:sp>
        <p:nvSpPr>
          <p:cNvPr id="591" name="Google Shape;591;p66"/>
          <p:cNvSpPr txBox="1"/>
          <p:nvPr>
            <p:ph idx="1" type="subTitle"/>
          </p:nvPr>
        </p:nvSpPr>
        <p:spPr>
          <a:xfrm>
            <a:off x="228600" y="793000"/>
            <a:ext cx="3601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A timeline, some milestones, risks and practical details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66"/>
          <p:cNvSpPr txBox="1"/>
          <p:nvPr>
            <p:ph idx="4" type="subTitle"/>
          </p:nvPr>
        </p:nvSpPr>
        <p:spPr>
          <a:xfrm>
            <a:off x="419070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1</a:t>
            </a:r>
            <a:endParaRPr/>
          </a:p>
        </p:txBody>
      </p:sp>
      <p:sp>
        <p:nvSpPr>
          <p:cNvPr id="593" name="Google Shape;593;p66"/>
          <p:cNvSpPr txBox="1"/>
          <p:nvPr>
            <p:ph idx="5" type="subTitle"/>
          </p:nvPr>
        </p:nvSpPr>
        <p:spPr>
          <a:xfrm>
            <a:off x="419075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Quarter, Year</a:t>
            </a:r>
            <a:endParaRPr/>
          </a:p>
        </p:txBody>
      </p:sp>
      <p:sp>
        <p:nvSpPr>
          <p:cNvPr id="594" name="Google Shape;594;p66"/>
          <p:cNvSpPr txBox="1"/>
          <p:nvPr>
            <p:ph idx="6" type="subTitle"/>
          </p:nvPr>
        </p:nvSpPr>
        <p:spPr>
          <a:xfrm>
            <a:off x="419076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Outline how you’ll achieve the strategic plan, step by step.</a:t>
            </a:r>
            <a:endParaRPr/>
          </a:p>
        </p:txBody>
      </p:sp>
      <p:sp>
        <p:nvSpPr>
          <p:cNvPr id="595" name="Google Shape;595;p66"/>
          <p:cNvSpPr txBox="1"/>
          <p:nvPr>
            <p:ph idx="7" type="subTitle"/>
          </p:nvPr>
        </p:nvSpPr>
        <p:spPr>
          <a:xfrm>
            <a:off x="26244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2</a:t>
            </a:r>
            <a:endParaRPr/>
          </a:p>
        </p:txBody>
      </p:sp>
      <p:sp>
        <p:nvSpPr>
          <p:cNvPr id="596" name="Google Shape;596;p66"/>
          <p:cNvSpPr txBox="1"/>
          <p:nvPr>
            <p:ph idx="8" type="subTitle"/>
          </p:nvPr>
        </p:nvSpPr>
        <p:spPr>
          <a:xfrm>
            <a:off x="26244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Quarter, Year</a:t>
            </a:r>
            <a:endParaRPr/>
          </a:p>
        </p:txBody>
      </p:sp>
      <p:sp>
        <p:nvSpPr>
          <p:cNvPr id="597" name="Google Shape;597;p66"/>
          <p:cNvSpPr txBox="1"/>
          <p:nvPr>
            <p:ph idx="9" type="subTitle"/>
          </p:nvPr>
        </p:nvSpPr>
        <p:spPr>
          <a:xfrm>
            <a:off x="26244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Outline how you’ll achieve the strategic plan, step by step.</a:t>
            </a:r>
            <a:endParaRPr/>
          </a:p>
        </p:txBody>
      </p:sp>
      <p:sp>
        <p:nvSpPr>
          <p:cNvPr id="598" name="Google Shape;598;p66"/>
          <p:cNvSpPr txBox="1"/>
          <p:nvPr>
            <p:ph idx="13" type="subTitle"/>
          </p:nvPr>
        </p:nvSpPr>
        <p:spPr>
          <a:xfrm>
            <a:off x="4815495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3</a:t>
            </a:r>
            <a:endParaRPr/>
          </a:p>
        </p:txBody>
      </p:sp>
      <p:sp>
        <p:nvSpPr>
          <p:cNvPr id="599" name="Google Shape;599;p66"/>
          <p:cNvSpPr txBox="1"/>
          <p:nvPr>
            <p:ph idx="14" type="subTitle"/>
          </p:nvPr>
        </p:nvSpPr>
        <p:spPr>
          <a:xfrm>
            <a:off x="4815500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Quarter, Year</a:t>
            </a:r>
            <a:endParaRPr/>
          </a:p>
        </p:txBody>
      </p:sp>
      <p:sp>
        <p:nvSpPr>
          <p:cNvPr id="600" name="Google Shape;600;p66"/>
          <p:cNvSpPr txBox="1"/>
          <p:nvPr>
            <p:ph idx="15" type="subTitle"/>
          </p:nvPr>
        </p:nvSpPr>
        <p:spPr>
          <a:xfrm>
            <a:off x="4815501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Outline how you’ll achieve the strategic plan, step by step.</a:t>
            </a:r>
            <a:endParaRPr/>
          </a:p>
        </p:txBody>
      </p:sp>
      <p:sp>
        <p:nvSpPr>
          <p:cNvPr id="601" name="Google Shape;601;p66"/>
          <p:cNvSpPr txBox="1"/>
          <p:nvPr>
            <p:ph idx="16" type="subTitle"/>
          </p:nvPr>
        </p:nvSpPr>
        <p:spPr>
          <a:xfrm>
            <a:off x="70066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 4</a:t>
            </a:r>
            <a:endParaRPr/>
          </a:p>
        </p:txBody>
      </p:sp>
      <p:sp>
        <p:nvSpPr>
          <p:cNvPr id="602" name="Google Shape;602;p66"/>
          <p:cNvSpPr txBox="1"/>
          <p:nvPr>
            <p:ph idx="17" type="subTitle"/>
          </p:nvPr>
        </p:nvSpPr>
        <p:spPr>
          <a:xfrm>
            <a:off x="70066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Quarter, Year</a:t>
            </a:r>
            <a:endParaRPr/>
          </a:p>
        </p:txBody>
      </p:sp>
      <p:sp>
        <p:nvSpPr>
          <p:cNvPr id="603" name="Google Shape;603;p66"/>
          <p:cNvSpPr txBox="1"/>
          <p:nvPr>
            <p:ph idx="18" type="subTitle"/>
          </p:nvPr>
        </p:nvSpPr>
        <p:spPr>
          <a:xfrm>
            <a:off x="70066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 as many milestones as you need. Duplicate this slide if necessary.</a:t>
            </a:r>
            <a:endParaRPr/>
          </a:p>
        </p:txBody>
      </p:sp>
      <p:grpSp>
        <p:nvGrpSpPr>
          <p:cNvPr id="604" name="Google Shape;604;p66"/>
          <p:cNvGrpSpPr/>
          <p:nvPr/>
        </p:nvGrpSpPr>
        <p:grpSpPr>
          <a:xfrm>
            <a:off x="1098300" y="1895400"/>
            <a:ext cx="1011600" cy="362700"/>
            <a:chOff x="3556025" y="1833150"/>
            <a:chExt cx="1011600" cy="362700"/>
          </a:xfrm>
        </p:grpSpPr>
        <p:sp>
          <p:nvSpPr>
            <p:cNvPr id="605" name="Google Shape;605;p66"/>
            <p:cNvSpPr/>
            <p:nvPr/>
          </p:nvSpPr>
          <p:spPr>
            <a:xfrm>
              <a:off x="3556025" y="1833150"/>
              <a:ext cx="1011600" cy="276900"/>
            </a:xfrm>
            <a:prstGeom prst="roundRect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lt1"/>
                  </a:solidFill>
                  <a:latin typeface="Jost"/>
                  <a:ea typeface="Jost"/>
                  <a:cs typeface="Jost"/>
                  <a:sym typeface="Jost"/>
                </a:rPr>
                <a:t>We are here</a:t>
              </a:r>
              <a:endParaRPr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606" name="Google Shape;606;p66"/>
            <p:cNvSpPr/>
            <p:nvPr/>
          </p:nvSpPr>
          <p:spPr>
            <a:xfrm rot="10800000">
              <a:off x="4301625" y="2091150"/>
              <a:ext cx="121200" cy="104700"/>
            </a:xfrm>
            <a:prstGeom prst="triangl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67"/>
          <p:cNvSpPr txBox="1"/>
          <p:nvPr>
            <p:ph idx="3" type="title"/>
          </p:nvPr>
        </p:nvSpPr>
        <p:spPr>
          <a:xfrm>
            <a:off x="189618" y="1545733"/>
            <a:ext cx="8278500" cy="1444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LEGACY-TRUST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0"/>
              <a:t>A Smart Recovery Portal</a:t>
            </a:r>
            <a:endParaRPr sz="5800"/>
          </a:p>
        </p:txBody>
      </p:sp>
      <p:sp>
        <p:nvSpPr>
          <p:cNvPr id="612" name="Google Shape;612;p67"/>
          <p:cNvSpPr txBox="1"/>
          <p:nvPr>
            <p:ph type="title"/>
          </p:nvPr>
        </p:nvSpPr>
        <p:spPr>
          <a:xfrm>
            <a:off x="228225" y="4579187"/>
            <a:ext cx="7310400" cy="40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EXECUTIVE RECOMMENDATION - FOR EXECUTIVES’ EYES ONLY</a:t>
            </a:r>
            <a:endParaRPr/>
          </a:p>
        </p:txBody>
      </p:sp>
      <p:sp>
        <p:nvSpPr>
          <p:cNvPr id="613" name="Google Shape;613;p67"/>
          <p:cNvSpPr txBox="1"/>
          <p:nvPr>
            <p:ph idx="1" type="subTitle"/>
          </p:nvPr>
        </p:nvSpPr>
        <p:spPr>
          <a:xfrm>
            <a:off x="228225" y="129820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 Koh</a:t>
            </a:r>
            <a:endParaRPr/>
          </a:p>
        </p:txBody>
      </p:sp>
      <p:sp>
        <p:nvSpPr>
          <p:cNvPr id="614" name="Google Shape;614;p67"/>
          <p:cNvSpPr txBox="1"/>
          <p:nvPr>
            <p:ph idx="2" type="subTitle"/>
          </p:nvPr>
        </p:nvSpPr>
        <p:spPr>
          <a:xfrm>
            <a:off x="228225" y="1079450"/>
            <a:ext cx="2712000" cy="184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17.04.26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ode gradients">
  <a:themeElements>
    <a:clrScheme name="Simple Light">
      <a:dk1>
        <a:srgbClr val="FFFFFF"/>
      </a:dk1>
      <a:lt1>
        <a:srgbClr val="000000"/>
      </a:lt1>
      <a:dk2>
        <a:srgbClr val="FF6234"/>
      </a:dk2>
      <a:lt2>
        <a:srgbClr val="AB4FF6"/>
      </a:lt2>
      <a:accent1>
        <a:srgbClr val="202124"/>
      </a:accent1>
      <a:accent2>
        <a:srgbClr val="F7F2F1"/>
      </a:accent2>
      <a:accent3>
        <a:srgbClr val="BABCC2"/>
      </a:accent3>
      <a:accent4>
        <a:srgbClr val="FCE5CD"/>
      </a:accent4>
      <a:accent5>
        <a:srgbClr val="FF5F79"/>
      </a:accent5>
      <a:accent6>
        <a:srgbClr val="D20972"/>
      </a:accent6>
      <a:hlink>
        <a:srgbClr val="3C78D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